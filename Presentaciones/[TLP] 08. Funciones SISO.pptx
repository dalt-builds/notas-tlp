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13.xml" ContentType="application/vnd.openxmlformats-officedocument.presentationml.slideLayout+xml"/>
  <Override PartName="/ppt/slideLayouts/_rels/slideLayout1.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7.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9.xml.rels" ContentType="application/vnd.openxmlformats-package.relationships+xml"/>
  <Override PartName="/ppt/slideLayouts/_rels/slideLayout6.xml.rels" ContentType="application/vnd.openxmlformats-package.relationships+xml"/>
  <Override PartName="/ppt/slideLayouts/_rels/slideLayout13.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media/image1.png" ContentType="image/png"/>
  <Override PartName="/ppt/media/image2.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5" r:id="rId3"/>
    <p:sldMasterId id="2147483659" r:id="rId4"/>
  </p:sldMasterIdLst>
  <p:sldIdLst>
    <p:sldId id="256" r:id="rId5"/>
    <p:sldId id="257" r:id="rId6"/>
    <p:sldId id="258" r:id="rId7"/>
    <p:sldId id="259" r:id="rId8"/>
    <p:sldId id="260" r:id="rId9"/>
    <p:sldId id="261" r:id="rId10"/>
    <p:sldId id="262" r:id="rId11"/>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2"/>
        </a:solidFill>
      </p:bgPr>
    </p:bg>
    <p:spTree>
      <p:nvGrpSpPr>
        <p:cNvPr id="1" name=""/>
        <p:cNvGrpSpPr/>
        <p:nvPr/>
      </p:nvGrpSpPr>
      <p:grpSpPr>
        <a:xfrm>
          <a:off x="0" y="0"/>
          <a:ext cx="0" cy="0"/>
          <a:chOff x="0" y="0"/>
          <a:chExt cx="0" cy="0"/>
        </a:xfrm>
      </p:grpSpPr>
      <p:sp>
        <p:nvSpPr>
          <p:cNvPr id="0" name="Google Shape;10;p2"/>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000000"/>
              </a:solidFill>
              <a:effectLst/>
              <a:uFillTx/>
              <a:latin typeface="Arial"/>
            </a:endParaRPr>
          </a:p>
        </p:txBody>
      </p:sp>
      <p:grpSp>
        <p:nvGrpSpPr>
          <p:cNvPr id="1" name="Google Shape;11;p2"/>
          <p:cNvGrpSpPr/>
          <p:nvPr/>
        </p:nvGrpSpPr>
        <p:grpSpPr>
          <a:xfrm>
            <a:off x="530280" y="1205640"/>
            <a:ext cx="1342800" cy="17280"/>
            <a:chOff x="530280" y="1205640"/>
            <a:chExt cx="1342800" cy="17280"/>
          </a:xfrm>
        </p:grpSpPr>
        <p:sp>
          <p:nvSpPr>
            <p:cNvPr id="2" name="Google Shape;12;p2"/>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sp>
          <p:nvSpPr>
            <p:cNvPr id="3" name="Google Shape;13;p2"/>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lIns="91440" rIns="91440" tIns="91440" bIns="91440" anchor="t">
            <a:normAutofit/>
          </a:bodyPr>
          <a:p>
            <a:pPr indent="0">
              <a:buNone/>
            </a:pPr>
            <a:r>
              <a:rPr b="0" lang="es-CO" sz="4200" strike="noStrike" u="none">
                <a:solidFill>
                  <a:srgbClr val="000000"/>
                </a:solidFill>
                <a:effectLst/>
                <a:uFillTx/>
                <a:latin typeface="Arial"/>
              </a:rPr>
              <a:t>Pulse para editar el formato del texto de título</a:t>
            </a:r>
            <a:endParaRPr b="0" lang="es-CO" sz="4200" strike="noStrike" u="none">
              <a:solidFill>
                <a:srgbClr val="000000"/>
              </a:solidFill>
              <a:effectLst/>
              <a:uFillTx/>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trike="noStrike" u="none">
                <a:solidFill>
                  <a:schemeClr val="accent1"/>
                </a:solidFill>
                <a:effectLst/>
                <a:uFillTx/>
                <a:latin typeface="Lato"/>
                <a:ea typeface="Lato"/>
              </a:defRPr>
            </a:lvl1pPr>
          </a:lstStyle>
          <a:p>
            <a:pPr indent="0" algn="r">
              <a:lnSpc>
                <a:spcPct val="100000"/>
              </a:lnSpc>
              <a:buNone/>
              <a:tabLst>
                <a:tab algn="l" pos="0"/>
              </a:tabLst>
            </a:pPr>
            <a:fld id="{36893258-F9B8-4774-B354-0B41F0F00C4C}" type="slidenum">
              <a:rPr b="0" lang="es" sz="1000" strike="noStrike" u="none">
                <a:solidFill>
                  <a:schemeClr val="accent1"/>
                </a:solidFill>
                <a:effectLst/>
                <a:uFillTx/>
                <a:latin typeface="Lato"/>
                <a:ea typeface="Lato"/>
              </a:rPr>
              <a:t>&lt;número&gt;</a:t>
            </a:fld>
            <a:endParaRPr b="0" lang="es-CO" sz="1000" strike="noStrike" u="none">
              <a:solidFill>
                <a:srgbClr val="000000"/>
              </a:solidFill>
              <a:effectLst/>
              <a:uFillTx/>
              <a:latin typeface="Times New Roman"/>
            </a:endParaRPr>
          </a:p>
        </p:txBody>
      </p:sp>
      <p:sp>
        <p:nvSpPr>
          <p:cNvPr id="6"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CO" sz="1400" strike="noStrike" u="none">
                <a:solidFill>
                  <a:srgbClr val="000000"/>
                </a:solidFill>
                <a:effectLst/>
                <a:uFillTx/>
                <a:latin typeface="Arial"/>
              </a:rPr>
              <a:t>Pulse para editar el formato de texto del esquema</a:t>
            </a:r>
            <a:endParaRPr b="0" lang="es-CO"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400" strike="noStrike" u="none">
                <a:solidFill>
                  <a:srgbClr val="000000"/>
                </a:solidFill>
                <a:effectLst/>
                <a:uFillTx/>
                <a:latin typeface="Arial"/>
              </a:rPr>
              <a:t>Segundo nivel del esquema</a:t>
            </a:r>
            <a:endParaRPr b="0" lang="es-CO"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400" strike="noStrike" u="none">
                <a:solidFill>
                  <a:srgbClr val="000000"/>
                </a:solidFill>
                <a:effectLst/>
                <a:uFillTx/>
                <a:latin typeface="Arial"/>
              </a:rPr>
              <a:t>Tercer nivel del esquema</a:t>
            </a:r>
            <a:endParaRPr b="0" lang="es-CO"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400" strike="noStrike" u="none">
                <a:solidFill>
                  <a:srgbClr val="000000"/>
                </a:solidFill>
                <a:effectLst/>
                <a:uFillTx/>
                <a:latin typeface="Arial"/>
              </a:rPr>
              <a:t>Cuarto nivel del esquema</a:t>
            </a:r>
            <a:endParaRPr b="0" lang="es-CO"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2000" strike="noStrike" u="none">
                <a:solidFill>
                  <a:srgbClr val="000000"/>
                </a:solidFill>
                <a:effectLst/>
                <a:uFillTx/>
                <a:latin typeface="Arial"/>
              </a:rPr>
              <a:t>Quinto nivel del esquema</a:t>
            </a:r>
            <a:endParaRPr b="0" lang="es-CO"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2000" strike="noStrike" u="none">
                <a:solidFill>
                  <a:srgbClr val="000000"/>
                </a:solidFill>
                <a:effectLst/>
                <a:uFillTx/>
                <a:latin typeface="Arial"/>
              </a:rPr>
              <a:t>Sexto nivel del esquema</a:t>
            </a:r>
            <a:endParaRPr b="0" lang="es-CO"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2000" strike="noStrike" u="none">
                <a:solidFill>
                  <a:srgbClr val="000000"/>
                </a:solidFill>
                <a:effectLst/>
                <a:uFillTx/>
                <a:latin typeface="Arial"/>
              </a:rPr>
              <a:t>Séptimo nivel del esquema</a:t>
            </a:r>
            <a:endParaRPr b="0" lang="es-CO"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grpSp>
        <p:nvGrpSpPr>
          <p:cNvPr id="35" name="Google Shape;24;p4"/>
          <p:cNvGrpSpPr/>
          <p:nvPr/>
        </p:nvGrpSpPr>
        <p:grpSpPr>
          <a:xfrm>
            <a:off x="530280" y="1205640"/>
            <a:ext cx="1342800" cy="17280"/>
            <a:chOff x="530280" y="1205640"/>
            <a:chExt cx="1342800" cy="17280"/>
          </a:xfrm>
        </p:grpSpPr>
        <p:sp>
          <p:nvSpPr>
            <p:cNvPr id="36" name="Google Shape;25;p4"/>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sp>
          <p:nvSpPr>
            <p:cNvPr id="37" name="Google Shape;26;p4"/>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grpSp>
      <p:sp>
        <p:nvSpPr>
          <p:cNvPr id="38" name="PlaceHolder 1"/>
          <p:cNvSpPr>
            <a:spLocks noGrp="1"/>
          </p:cNvSpPr>
          <p:nvPr>
            <p:ph type="title"/>
          </p:nvPr>
        </p:nvSpPr>
        <p:spPr>
          <a:xfrm>
            <a:off x="830520" y="655920"/>
            <a:ext cx="7688520" cy="534960"/>
          </a:xfrm>
          <a:prstGeom prst="rect">
            <a:avLst/>
          </a:prstGeom>
          <a:noFill/>
          <a:ln w="0">
            <a:noFill/>
          </a:ln>
        </p:spPr>
        <p:txBody>
          <a:bodyPr lIns="91440" rIns="91440" tIns="91440" bIns="91440" anchor="t">
            <a:normAutofit fontScale="92500" lnSpcReduction="9999"/>
          </a:bodyPr>
          <a:p>
            <a:pPr indent="0">
              <a:buNone/>
            </a:pPr>
            <a:r>
              <a:rPr b="0" lang="es-CO" sz="2600" strike="noStrike" u="none">
                <a:solidFill>
                  <a:srgbClr val="000000"/>
                </a:solidFill>
                <a:effectLst/>
                <a:uFillTx/>
                <a:latin typeface="Arial"/>
              </a:rPr>
              <a:t>Pulse para editar el formato del texto de título</a:t>
            </a:r>
            <a:endParaRPr b="0" lang="es-CO" sz="2600" strike="noStrike" u="none">
              <a:solidFill>
                <a:srgbClr val="000000"/>
              </a:solidFill>
              <a:effectLst/>
              <a:uFillTx/>
              <a:latin typeface="Arial"/>
            </a:endParaRPr>
          </a:p>
        </p:txBody>
      </p:sp>
      <p:sp>
        <p:nvSpPr>
          <p:cNvPr id="39" name="PlaceHolder 2"/>
          <p:cNvSpPr>
            <a:spLocks noGrp="1"/>
          </p:cNvSpPr>
          <p:nvPr>
            <p:ph type="body"/>
          </p:nvPr>
        </p:nvSpPr>
        <p:spPr>
          <a:xfrm>
            <a:off x="729360" y="1236960"/>
            <a:ext cx="7688520" cy="310248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
        <p:nvSpPr>
          <p:cNvPr id="40" name="PlaceHolder 3"/>
          <p:cNvSpPr>
            <a:spLocks noGrp="1"/>
          </p:cNvSpPr>
          <p:nvPr>
            <p:ph type="sldNum" idx="9"/>
          </p:nvPr>
        </p:nvSpPr>
        <p:spPr>
          <a:xfrm>
            <a:off x="8536320" y="47498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trike="noStrike" u="none">
                <a:solidFill>
                  <a:schemeClr val="accent1"/>
                </a:solidFill>
                <a:effectLst/>
                <a:uFillTx/>
                <a:latin typeface="Lato"/>
                <a:ea typeface="Lato"/>
              </a:defRPr>
            </a:lvl1pPr>
          </a:lstStyle>
          <a:p>
            <a:pPr indent="0" algn="r">
              <a:lnSpc>
                <a:spcPct val="100000"/>
              </a:lnSpc>
              <a:buNone/>
              <a:tabLst>
                <a:tab algn="l" pos="0"/>
              </a:tabLst>
            </a:pPr>
            <a:fld id="{73F782A3-7B9B-406E-8B60-038DFCF7431D}" type="slidenum">
              <a:rPr b="0" lang="es" sz="1000" strike="noStrike" u="none">
                <a:solidFill>
                  <a:schemeClr val="accent1"/>
                </a:solidFill>
                <a:effectLst/>
                <a:uFillTx/>
                <a:latin typeface="Lato"/>
                <a:ea typeface="Lato"/>
              </a:rPr>
              <a:t>&lt;número&gt;</a:t>
            </a:fld>
            <a:endParaRPr b="0" lang="es-CO" sz="10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grpSp>
        <p:nvGrpSpPr>
          <p:cNvPr id="41" name="Google Shape;31;p5"/>
          <p:cNvGrpSpPr/>
          <p:nvPr/>
        </p:nvGrpSpPr>
        <p:grpSpPr>
          <a:xfrm>
            <a:off x="530280" y="1205640"/>
            <a:ext cx="1342800" cy="17280"/>
            <a:chOff x="530280" y="1205640"/>
            <a:chExt cx="1342800" cy="17280"/>
          </a:xfrm>
        </p:grpSpPr>
        <p:sp>
          <p:nvSpPr>
            <p:cNvPr id="42" name="Google Shape;32;p5"/>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sp>
          <p:nvSpPr>
            <p:cNvPr id="43" name="Google Shape;33;p5"/>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grpSp>
      <p:sp>
        <p:nvSpPr>
          <p:cNvPr id="44" name="PlaceHolder 1"/>
          <p:cNvSpPr>
            <a:spLocks noGrp="1"/>
          </p:cNvSpPr>
          <p:nvPr>
            <p:ph type="title"/>
          </p:nvPr>
        </p:nvSpPr>
        <p:spPr>
          <a:xfrm>
            <a:off x="830520" y="655920"/>
            <a:ext cx="7688160" cy="534960"/>
          </a:xfrm>
          <a:prstGeom prst="rect">
            <a:avLst/>
          </a:prstGeom>
          <a:noFill/>
          <a:ln w="0">
            <a:noFill/>
          </a:ln>
        </p:spPr>
        <p:txBody>
          <a:bodyPr lIns="91440" rIns="91440" tIns="91440" bIns="91440" anchor="t">
            <a:normAutofit fontScale="92500" lnSpcReduction="9999"/>
          </a:bodyPr>
          <a:p>
            <a:pPr indent="0">
              <a:buNone/>
            </a:pPr>
            <a:r>
              <a:rPr b="0" lang="es-CO" sz="2600" strike="noStrike" u="none">
                <a:solidFill>
                  <a:srgbClr val="000000"/>
                </a:solidFill>
                <a:effectLst/>
                <a:uFillTx/>
                <a:latin typeface="Arial"/>
              </a:rPr>
              <a:t>Pulse para editar el formato del texto de título</a:t>
            </a:r>
            <a:endParaRPr b="0" lang="es-CO" sz="2600" strike="noStrike" u="none">
              <a:solidFill>
                <a:srgbClr val="000000"/>
              </a:solidFill>
              <a:effectLst/>
              <a:uFillTx/>
              <a:latin typeface="Arial"/>
            </a:endParaRPr>
          </a:p>
        </p:txBody>
      </p:sp>
      <p:sp>
        <p:nvSpPr>
          <p:cNvPr id="45" name="PlaceHolder 2"/>
          <p:cNvSpPr>
            <a:spLocks noGrp="1"/>
          </p:cNvSpPr>
          <p:nvPr>
            <p:ph type="body"/>
          </p:nvPr>
        </p:nvSpPr>
        <p:spPr>
          <a:xfrm>
            <a:off x="358920" y="1236960"/>
            <a:ext cx="4144320" cy="383292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
        <p:nvSpPr>
          <p:cNvPr id="46" name="PlaceHolder 3"/>
          <p:cNvSpPr>
            <a:spLocks noGrp="1"/>
          </p:cNvSpPr>
          <p:nvPr>
            <p:ph type="body"/>
          </p:nvPr>
        </p:nvSpPr>
        <p:spPr>
          <a:xfrm>
            <a:off x="4643640" y="1236960"/>
            <a:ext cx="4188240" cy="383292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
        <p:nvSpPr>
          <p:cNvPr id="47" name="PlaceHolder 4"/>
          <p:cNvSpPr>
            <a:spLocks noGrp="1"/>
          </p:cNvSpPr>
          <p:nvPr>
            <p:ph type="sldNum" idx="10"/>
          </p:nvPr>
        </p:nvSpPr>
        <p:spPr>
          <a:xfrm>
            <a:off x="8536320" y="47498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trike="noStrike" u="none">
                <a:solidFill>
                  <a:schemeClr val="accent1"/>
                </a:solidFill>
                <a:effectLst/>
                <a:uFillTx/>
                <a:latin typeface="Lato"/>
                <a:ea typeface="Lato"/>
              </a:defRPr>
            </a:lvl1pPr>
          </a:lstStyle>
          <a:p>
            <a:pPr indent="0" algn="r">
              <a:lnSpc>
                <a:spcPct val="100000"/>
              </a:lnSpc>
              <a:buNone/>
              <a:tabLst>
                <a:tab algn="l" pos="0"/>
              </a:tabLst>
            </a:pPr>
            <a:fld id="{2FB57A91-5449-4A22-9B50-D6ACA3E06BCB}" type="slidenum">
              <a:rPr b="0" lang="es" sz="1000" strike="noStrike" u="none">
                <a:solidFill>
                  <a:schemeClr val="accent1"/>
                </a:solidFill>
                <a:effectLst/>
                <a:uFillTx/>
                <a:latin typeface="Lato"/>
                <a:ea typeface="Lato"/>
              </a:rPr>
              <a:t>&lt;número&gt;</a:t>
            </a:fld>
            <a:endParaRPr b="0" lang="es-CO" sz="10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48" name="Google Shape;39;p6"/>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000000"/>
              </a:solidFill>
              <a:effectLst/>
              <a:uFillTx/>
              <a:latin typeface="Arial"/>
            </a:endParaRPr>
          </a:p>
        </p:txBody>
      </p:sp>
      <p:grpSp>
        <p:nvGrpSpPr>
          <p:cNvPr id="49" name="Google Shape;40;p6"/>
          <p:cNvGrpSpPr/>
          <p:nvPr/>
        </p:nvGrpSpPr>
        <p:grpSpPr>
          <a:xfrm>
            <a:off x="530280" y="1205640"/>
            <a:ext cx="1342800" cy="17280"/>
            <a:chOff x="530280" y="1205640"/>
            <a:chExt cx="1342800" cy="17280"/>
          </a:xfrm>
        </p:grpSpPr>
        <p:sp>
          <p:nvSpPr>
            <p:cNvPr id="50" name="Google Shape;41;p6"/>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sp>
          <p:nvSpPr>
            <p:cNvPr id="51" name="Google Shape;42;p6"/>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grpSp>
      <p:sp>
        <p:nvSpPr>
          <p:cNvPr id="52" name="PlaceHolder 1"/>
          <p:cNvSpPr>
            <a:spLocks noGrp="1"/>
          </p:cNvSpPr>
          <p:nvPr>
            <p:ph type="title"/>
          </p:nvPr>
        </p:nvSpPr>
        <p:spPr>
          <a:xfrm>
            <a:off x="830520" y="655920"/>
            <a:ext cx="7688160" cy="534960"/>
          </a:xfrm>
          <a:prstGeom prst="rect">
            <a:avLst/>
          </a:prstGeom>
          <a:noFill/>
          <a:ln w="0">
            <a:noFill/>
          </a:ln>
        </p:spPr>
        <p:txBody>
          <a:bodyPr lIns="91440" rIns="91440" tIns="91440" bIns="91440" anchor="t">
            <a:normAutofit fontScale="92500" lnSpcReduction="9999"/>
          </a:bodyPr>
          <a:p>
            <a:pPr indent="0">
              <a:buNone/>
            </a:pPr>
            <a:r>
              <a:rPr b="0" lang="es-CO" sz="2600" strike="noStrike" u="none">
                <a:solidFill>
                  <a:srgbClr val="000000"/>
                </a:solidFill>
                <a:effectLst/>
                <a:uFillTx/>
                <a:latin typeface="Arial"/>
              </a:rPr>
              <a:t>Pulse para editar el formato del texto de título</a:t>
            </a:r>
            <a:endParaRPr b="0" lang="es-CO" sz="2600" strike="noStrike" u="none">
              <a:solidFill>
                <a:srgbClr val="000000"/>
              </a:solidFill>
              <a:effectLst/>
              <a:uFillTx/>
              <a:latin typeface="Arial"/>
            </a:endParaRPr>
          </a:p>
        </p:txBody>
      </p:sp>
      <p:sp>
        <p:nvSpPr>
          <p:cNvPr id="53" name="PlaceHolder 2"/>
          <p:cNvSpPr>
            <a:spLocks noGrp="1"/>
          </p:cNvSpPr>
          <p:nvPr>
            <p:ph type="sldNum" idx="11"/>
          </p:nvPr>
        </p:nvSpPr>
        <p:spPr>
          <a:xfrm>
            <a:off x="8536320" y="47498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trike="noStrike" u="none">
                <a:solidFill>
                  <a:schemeClr val="accent1"/>
                </a:solidFill>
                <a:effectLst/>
                <a:uFillTx/>
                <a:latin typeface="Lato"/>
                <a:ea typeface="Lato"/>
              </a:defRPr>
            </a:lvl1pPr>
          </a:lstStyle>
          <a:p>
            <a:pPr indent="0" algn="r">
              <a:lnSpc>
                <a:spcPct val="100000"/>
              </a:lnSpc>
              <a:buNone/>
              <a:tabLst>
                <a:tab algn="l" pos="0"/>
              </a:tabLst>
            </a:pPr>
            <a:fld id="{57F2980D-2351-4373-8350-60BBFCFD0F15}" type="slidenum">
              <a:rPr b="0" lang="es" sz="1000" strike="noStrike" u="none">
                <a:solidFill>
                  <a:schemeClr val="accent1"/>
                </a:solidFill>
                <a:effectLst/>
                <a:uFillTx/>
                <a:latin typeface="Lato"/>
                <a:ea typeface="Lato"/>
              </a:rPr>
              <a:t>&lt;número&gt;</a:t>
            </a:fld>
            <a:endParaRPr b="0" lang="es-CO" sz="10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54" name="Google Shape;46;p7"/>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000000"/>
              </a:solidFill>
              <a:effectLst/>
              <a:uFillTx/>
              <a:latin typeface="Arial"/>
            </a:endParaRPr>
          </a:p>
        </p:txBody>
      </p:sp>
      <p:grpSp>
        <p:nvGrpSpPr>
          <p:cNvPr id="55" name="Google Shape;47;p7"/>
          <p:cNvGrpSpPr/>
          <p:nvPr/>
        </p:nvGrpSpPr>
        <p:grpSpPr>
          <a:xfrm>
            <a:off x="530280" y="1205640"/>
            <a:ext cx="1342800" cy="17280"/>
            <a:chOff x="530280" y="1205640"/>
            <a:chExt cx="1342800" cy="17280"/>
          </a:xfrm>
        </p:grpSpPr>
        <p:sp>
          <p:nvSpPr>
            <p:cNvPr id="56" name="Google Shape;48;p7"/>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sp>
          <p:nvSpPr>
            <p:cNvPr id="57" name="Google Shape;49;p7"/>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grpSp>
      <p:sp>
        <p:nvSpPr>
          <p:cNvPr id="58" name="PlaceHolder 1"/>
          <p:cNvSpPr>
            <a:spLocks noGrp="1"/>
          </p:cNvSpPr>
          <p:nvPr>
            <p:ph type="title"/>
          </p:nvPr>
        </p:nvSpPr>
        <p:spPr>
          <a:xfrm>
            <a:off x="830520" y="703440"/>
            <a:ext cx="7827120" cy="487440"/>
          </a:xfrm>
          <a:prstGeom prst="rect">
            <a:avLst/>
          </a:prstGeom>
          <a:noFill/>
          <a:ln w="0">
            <a:noFill/>
          </a:ln>
        </p:spPr>
        <p:txBody>
          <a:bodyPr lIns="91440" rIns="91440" tIns="91440" bIns="91440" anchor="t">
            <a:normAutofit fontScale="92500" lnSpcReduction="19999"/>
          </a:bodyPr>
          <a:p>
            <a:pPr indent="0">
              <a:buNone/>
            </a:pPr>
            <a:r>
              <a:rPr b="0" lang="es-CO" sz="2600" strike="noStrike" u="none">
                <a:solidFill>
                  <a:srgbClr val="000000"/>
                </a:solidFill>
                <a:effectLst/>
                <a:uFillTx/>
                <a:latin typeface="Arial"/>
              </a:rPr>
              <a:t>Pulse para editar el formato del texto de título</a:t>
            </a:r>
            <a:endParaRPr b="0" lang="es-CO" sz="2600" strike="noStrike" u="none">
              <a:solidFill>
                <a:srgbClr val="000000"/>
              </a:solidFill>
              <a:effectLst/>
              <a:uFillTx/>
              <a:latin typeface="Arial"/>
            </a:endParaRPr>
          </a:p>
        </p:txBody>
      </p:sp>
      <p:sp>
        <p:nvSpPr>
          <p:cNvPr id="59" name="PlaceHolder 2"/>
          <p:cNvSpPr>
            <a:spLocks noGrp="1"/>
          </p:cNvSpPr>
          <p:nvPr>
            <p:ph type="body"/>
          </p:nvPr>
        </p:nvSpPr>
        <p:spPr>
          <a:xfrm>
            <a:off x="721080" y="1236960"/>
            <a:ext cx="3300480" cy="3141720"/>
          </a:xfrm>
          <a:prstGeom prst="rect">
            <a:avLst/>
          </a:prstGeom>
          <a:noFill/>
          <a:ln w="0">
            <a:noFill/>
          </a:ln>
        </p:spPr>
        <p:txBody>
          <a:bodyPr lIns="91440" rIns="91440" tIns="91440" bIns="91440" anchor="t">
            <a:normAutofit fontScale="55000" lnSpcReduction="19999"/>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a:t>
            </a:r>
            <a:r>
              <a:rPr b="0" lang="es-CO" sz="1300" strike="noStrike" u="none">
                <a:solidFill>
                  <a:srgbClr val="000000"/>
                </a:solidFill>
                <a:effectLst/>
                <a:uFillTx/>
                <a:latin typeface="Arial"/>
              </a:rPr>
              <a:t>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a:t>
            </a:r>
            <a:r>
              <a:rPr b="0" lang="es-CO" sz="1300" strike="noStrike" u="none">
                <a:solidFill>
                  <a:srgbClr val="000000"/>
                </a:solidFill>
                <a:effectLst/>
                <a:uFillTx/>
                <a:latin typeface="Arial"/>
              </a:rPr>
              <a:t>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a:t>
            </a:r>
            <a:r>
              <a:rPr b="0" lang="es-CO" sz="1300" strike="noStrike" u="none">
                <a:solidFill>
                  <a:srgbClr val="000000"/>
                </a:solidFill>
                <a:effectLst/>
                <a:uFillTx/>
                <a:latin typeface="Arial"/>
              </a:rPr>
              <a:t>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a:t>
            </a:r>
            <a:r>
              <a:rPr b="0" lang="es-CO" sz="1300" strike="noStrike" u="none">
                <a:solidFill>
                  <a:srgbClr val="000000"/>
                </a:solidFill>
                <a:effectLst/>
                <a:uFillTx/>
                <a:latin typeface="Arial"/>
              </a:rPr>
              <a:t>nivel del </a:t>
            </a:r>
            <a:r>
              <a:rPr b="0" lang="es-CO" sz="1300" strike="noStrike" u="none">
                <a:solidFill>
                  <a:srgbClr val="000000"/>
                </a:solidFill>
                <a:effectLst/>
                <a:uFillTx/>
                <a:latin typeface="Arial"/>
              </a:rPr>
              <a:t>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a:t>
            </a:r>
            <a:r>
              <a:rPr b="0" lang="es-CO" sz="1300" strike="noStrike" u="none">
                <a:solidFill>
                  <a:srgbClr val="000000"/>
                </a:solidFill>
                <a:effectLst/>
                <a:uFillTx/>
                <a:latin typeface="Arial"/>
              </a:rPr>
              <a:t>to </a:t>
            </a:r>
            <a:r>
              <a:rPr b="0" lang="es-CO" sz="1300" strike="noStrike" u="none">
                <a:solidFill>
                  <a:srgbClr val="000000"/>
                </a:solidFill>
                <a:effectLst/>
                <a:uFillTx/>
                <a:latin typeface="Arial"/>
              </a:rPr>
              <a:t>nive</a:t>
            </a:r>
            <a:r>
              <a:rPr b="0" lang="es-CO" sz="1300" strike="noStrike" u="none">
                <a:solidFill>
                  <a:srgbClr val="000000"/>
                </a:solidFill>
                <a:effectLst/>
                <a:uFillTx/>
                <a:latin typeface="Arial"/>
              </a:rPr>
              <a:t>l del </a:t>
            </a:r>
            <a:r>
              <a:rPr b="0" lang="es-CO" sz="1300" strike="noStrike" u="none">
                <a:solidFill>
                  <a:srgbClr val="000000"/>
                </a:solidFill>
                <a:effectLst/>
                <a:uFillTx/>
                <a:latin typeface="Arial"/>
              </a:rPr>
              <a:t>esq</a:t>
            </a:r>
            <a:r>
              <a:rPr b="0" lang="es-CO" sz="1300" strike="noStrike" u="none">
                <a:solidFill>
                  <a:srgbClr val="000000"/>
                </a:solidFill>
                <a:effectLst/>
                <a:uFillTx/>
                <a:latin typeface="Arial"/>
              </a:rPr>
              <a:t>ue</a:t>
            </a:r>
            <a:r>
              <a:rPr b="0" lang="es-CO" sz="1300" strike="noStrike" u="none">
                <a:solidFill>
                  <a:srgbClr val="000000"/>
                </a:solidFill>
                <a:effectLst/>
                <a:uFillTx/>
                <a:latin typeface="Arial"/>
              </a:rPr>
              <a:t>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a:t>
            </a:r>
            <a:r>
              <a:rPr b="0" lang="es-CO" sz="1300" strike="noStrike" u="none">
                <a:solidFill>
                  <a:srgbClr val="000000"/>
                </a:solidFill>
                <a:effectLst/>
                <a:uFillTx/>
                <a:latin typeface="Arial"/>
              </a:rPr>
              <a:t>é</a:t>
            </a:r>
            <a:r>
              <a:rPr b="0" lang="es-CO" sz="1300" strike="noStrike" u="none">
                <a:solidFill>
                  <a:srgbClr val="000000"/>
                </a:solidFill>
                <a:effectLst/>
                <a:uFillTx/>
                <a:latin typeface="Arial"/>
              </a:rPr>
              <a:t>p</a:t>
            </a:r>
            <a:r>
              <a:rPr b="0" lang="es-CO" sz="1300" strike="noStrike" u="none">
                <a:solidFill>
                  <a:srgbClr val="000000"/>
                </a:solidFill>
                <a:effectLst/>
                <a:uFillTx/>
                <a:latin typeface="Arial"/>
              </a:rPr>
              <a:t>t</a:t>
            </a:r>
            <a:r>
              <a:rPr b="0" lang="es-CO" sz="1300" strike="noStrike" u="none">
                <a:solidFill>
                  <a:srgbClr val="000000"/>
                </a:solidFill>
                <a:effectLst/>
                <a:uFillTx/>
                <a:latin typeface="Arial"/>
              </a:rPr>
              <a:t>i</a:t>
            </a:r>
            <a:r>
              <a:rPr b="0" lang="es-CO" sz="1300" strike="noStrike" u="none">
                <a:solidFill>
                  <a:srgbClr val="000000"/>
                </a:solidFill>
                <a:effectLst/>
                <a:uFillTx/>
                <a:latin typeface="Arial"/>
              </a:rPr>
              <a:t>m</a:t>
            </a:r>
            <a:r>
              <a:rPr b="0" lang="es-CO" sz="1300" strike="noStrike" u="none">
                <a:solidFill>
                  <a:srgbClr val="000000"/>
                </a:solidFill>
                <a:effectLst/>
                <a:uFillTx/>
                <a:latin typeface="Arial"/>
              </a:rPr>
              <a:t>o</a:t>
            </a:r>
            <a:r>
              <a:rPr b="0" lang="es-CO" sz="1300" strike="noStrike" u="none">
                <a:solidFill>
                  <a:srgbClr val="000000"/>
                </a:solidFill>
                <a:effectLst/>
                <a:uFillTx/>
                <a:latin typeface="Arial"/>
              </a:rPr>
              <a:t> </a:t>
            </a:r>
            <a:r>
              <a:rPr b="0" lang="es-CO" sz="1300" strike="noStrike" u="none">
                <a:solidFill>
                  <a:srgbClr val="000000"/>
                </a:solidFill>
                <a:effectLst/>
                <a:uFillTx/>
                <a:latin typeface="Arial"/>
              </a:rPr>
              <a:t>n</a:t>
            </a:r>
            <a:r>
              <a:rPr b="0" lang="es-CO" sz="1300" strike="noStrike" u="none">
                <a:solidFill>
                  <a:srgbClr val="000000"/>
                </a:solidFill>
                <a:effectLst/>
                <a:uFillTx/>
                <a:latin typeface="Arial"/>
              </a:rPr>
              <a:t>i</a:t>
            </a:r>
            <a:r>
              <a:rPr b="0" lang="es-CO" sz="1300" strike="noStrike" u="none">
                <a:solidFill>
                  <a:srgbClr val="000000"/>
                </a:solidFill>
                <a:effectLst/>
                <a:uFillTx/>
                <a:latin typeface="Arial"/>
              </a:rPr>
              <a:t>v</a:t>
            </a:r>
            <a:r>
              <a:rPr b="0" lang="es-CO" sz="1300" strike="noStrike" u="none">
                <a:solidFill>
                  <a:srgbClr val="000000"/>
                </a:solidFill>
                <a:effectLst/>
                <a:uFillTx/>
                <a:latin typeface="Arial"/>
              </a:rPr>
              <a:t>e</a:t>
            </a:r>
            <a:r>
              <a:rPr b="0" lang="es-CO" sz="1300" strike="noStrike" u="none">
                <a:solidFill>
                  <a:srgbClr val="000000"/>
                </a:solidFill>
                <a:effectLst/>
                <a:uFillTx/>
                <a:latin typeface="Arial"/>
              </a:rPr>
              <a:t>l</a:t>
            </a:r>
            <a:r>
              <a:rPr b="0" lang="es-CO" sz="1300" strike="noStrike" u="none">
                <a:solidFill>
                  <a:srgbClr val="000000"/>
                </a:solidFill>
                <a:effectLst/>
                <a:uFillTx/>
                <a:latin typeface="Arial"/>
              </a:rPr>
              <a:t> </a:t>
            </a:r>
            <a:r>
              <a:rPr b="0" lang="es-CO" sz="1300" strike="noStrike" u="none">
                <a:solidFill>
                  <a:srgbClr val="000000"/>
                </a:solidFill>
                <a:effectLst/>
                <a:uFillTx/>
                <a:latin typeface="Arial"/>
              </a:rPr>
              <a:t>d</a:t>
            </a:r>
            <a:r>
              <a:rPr b="0" lang="es-CO" sz="1300" strike="noStrike" u="none">
                <a:solidFill>
                  <a:srgbClr val="000000"/>
                </a:solidFill>
                <a:effectLst/>
                <a:uFillTx/>
                <a:latin typeface="Arial"/>
              </a:rPr>
              <a:t>e</a:t>
            </a:r>
            <a:r>
              <a:rPr b="0" lang="es-CO" sz="1300" strike="noStrike" u="none">
                <a:solidFill>
                  <a:srgbClr val="000000"/>
                </a:solidFill>
                <a:effectLst/>
                <a:uFillTx/>
                <a:latin typeface="Arial"/>
              </a:rPr>
              <a:t>l</a:t>
            </a:r>
            <a:r>
              <a:rPr b="0" lang="es-CO" sz="1300" strike="noStrike" u="none">
                <a:solidFill>
                  <a:srgbClr val="000000"/>
                </a:solidFill>
                <a:effectLst/>
                <a:uFillTx/>
                <a:latin typeface="Arial"/>
              </a:rPr>
              <a:t> </a:t>
            </a:r>
            <a:r>
              <a:rPr b="0" lang="es-CO" sz="1300" strike="noStrike" u="none">
                <a:solidFill>
                  <a:srgbClr val="000000"/>
                </a:solidFill>
                <a:effectLst/>
                <a:uFillTx/>
                <a:latin typeface="Arial"/>
              </a:rPr>
              <a:t>e</a:t>
            </a:r>
            <a:r>
              <a:rPr b="0" lang="es-CO" sz="1300" strike="noStrike" u="none">
                <a:solidFill>
                  <a:srgbClr val="000000"/>
                </a:solidFill>
                <a:effectLst/>
                <a:uFillTx/>
                <a:latin typeface="Arial"/>
              </a:rPr>
              <a:t>s</a:t>
            </a:r>
            <a:r>
              <a:rPr b="0" lang="es-CO" sz="1300" strike="noStrike" u="none">
                <a:solidFill>
                  <a:srgbClr val="000000"/>
                </a:solidFill>
                <a:effectLst/>
                <a:uFillTx/>
                <a:latin typeface="Arial"/>
              </a:rPr>
              <a:t>q</a:t>
            </a:r>
            <a:r>
              <a:rPr b="0" lang="es-CO" sz="1300" strike="noStrike" u="none">
                <a:solidFill>
                  <a:srgbClr val="000000"/>
                </a:solidFill>
                <a:effectLst/>
                <a:uFillTx/>
                <a:latin typeface="Arial"/>
              </a:rPr>
              <a:t>u</a:t>
            </a:r>
            <a:r>
              <a:rPr b="0" lang="es-CO" sz="1300" strike="noStrike" u="none">
                <a:solidFill>
                  <a:srgbClr val="000000"/>
                </a:solidFill>
                <a:effectLst/>
                <a:uFillTx/>
                <a:latin typeface="Arial"/>
              </a:rPr>
              <a:t>e</a:t>
            </a:r>
            <a:r>
              <a:rPr b="0" lang="es-CO" sz="1300" strike="noStrike" u="none">
                <a:solidFill>
                  <a:srgbClr val="000000"/>
                </a:solidFill>
                <a:effectLst/>
                <a:uFillTx/>
                <a:latin typeface="Arial"/>
              </a:rPr>
              <a:t>m</a:t>
            </a:r>
            <a:r>
              <a:rPr b="0" lang="es-CO" sz="1300" strike="noStrike" u="none">
                <a:solidFill>
                  <a:srgbClr val="000000"/>
                </a:solidFill>
                <a:effectLst/>
                <a:uFillTx/>
                <a:latin typeface="Arial"/>
              </a:rPr>
              <a:t>a</a:t>
            </a:r>
            <a:endParaRPr b="0" lang="es-CO" sz="1300" strike="noStrike" u="none">
              <a:solidFill>
                <a:srgbClr val="000000"/>
              </a:solidFill>
              <a:effectLst/>
              <a:uFillTx/>
              <a:latin typeface="Arial"/>
            </a:endParaRPr>
          </a:p>
        </p:txBody>
      </p:sp>
      <p:sp>
        <p:nvSpPr>
          <p:cNvPr id="60" name="PlaceHolder 3"/>
          <p:cNvSpPr>
            <a:spLocks noGrp="1"/>
          </p:cNvSpPr>
          <p:nvPr>
            <p:ph type="sldNum" idx="12"/>
          </p:nvPr>
        </p:nvSpPr>
        <p:spPr>
          <a:xfrm>
            <a:off x="8536320" y="47498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trike="noStrike" u="none">
                <a:solidFill>
                  <a:schemeClr val="accent1"/>
                </a:solidFill>
                <a:effectLst/>
                <a:uFillTx/>
                <a:latin typeface="Lato"/>
                <a:ea typeface="Lato"/>
              </a:defRPr>
            </a:lvl1pPr>
          </a:lstStyle>
          <a:p>
            <a:pPr indent="0" algn="r">
              <a:lnSpc>
                <a:spcPct val="100000"/>
              </a:lnSpc>
              <a:buNone/>
              <a:tabLst>
                <a:tab algn="l" pos="0"/>
              </a:tabLst>
            </a:pPr>
            <a:fld id="{97E5EFFE-F629-4A22-892E-B76D7ED7A1F7}" type="slidenum">
              <a:rPr b="0" lang="es" sz="1000" strike="noStrike" u="none">
                <a:solidFill>
                  <a:schemeClr val="accent1"/>
                </a:solidFill>
                <a:effectLst/>
                <a:uFillTx/>
                <a:latin typeface="Lato"/>
                <a:ea typeface="Lato"/>
              </a:rPr>
              <a:t>&lt;número&gt;</a:t>
            </a:fld>
            <a:endParaRPr b="0" lang="es-CO" sz="10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66" name="Google Shape;60;p9"/>
          <p:cNvSpPr/>
          <p:nvPr/>
        </p:nvSpPr>
        <p:spPr>
          <a:xfrm>
            <a:off x="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000000"/>
              </a:solidFill>
              <a:effectLst/>
              <a:uFillTx/>
              <a:latin typeface="Arial"/>
            </a:endParaRPr>
          </a:p>
        </p:txBody>
      </p:sp>
      <p:grpSp>
        <p:nvGrpSpPr>
          <p:cNvPr id="67" name="Google Shape;61;p9"/>
          <p:cNvGrpSpPr/>
          <p:nvPr/>
        </p:nvGrpSpPr>
        <p:grpSpPr>
          <a:xfrm>
            <a:off x="530280" y="1205640"/>
            <a:ext cx="1342800" cy="17280"/>
            <a:chOff x="530280" y="1205640"/>
            <a:chExt cx="1342800" cy="17280"/>
          </a:xfrm>
        </p:grpSpPr>
        <p:sp>
          <p:nvSpPr>
            <p:cNvPr id="68" name="Google Shape;62;p9"/>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sp>
          <p:nvSpPr>
            <p:cNvPr id="69" name="Google Shape;63;p9"/>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ffffff"/>
                </a:solidFill>
                <a:effectLst/>
                <a:uFillTx/>
                <a:latin typeface="Arial"/>
              </a:endParaRPr>
            </a:p>
          </p:txBody>
        </p:sp>
      </p:grpSp>
      <p:sp>
        <p:nvSpPr>
          <p:cNvPr id="70" name="PlaceHolder 1"/>
          <p:cNvSpPr>
            <a:spLocks noGrp="1"/>
          </p:cNvSpPr>
          <p:nvPr>
            <p:ph type="title"/>
          </p:nvPr>
        </p:nvSpPr>
        <p:spPr>
          <a:xfrm>
            <a:off x="358920" y="286560"/>
            <a:ext cx="4212720" cy="904320"/>
          </a:xfrm>
          <a:prstGeom prst="rect">
            <a:avLst/>
          </a:prstGeom>
          <a:noFill/>
          <a:ln w="0">
            <a:noFill/>
          </a:ln>
        </p:spPr>
        <p:txBody>
          <a:bodyPr lIns="91440" rIns="91440" tIns="91440" bIns="91440" anchor="t">
            <a:normAutofit lnSpcReduction="9999"/>
          </a:bodyPr>
          <a:p>
            <a:pPr indent="0">
              <a:buNone/>
            </a:pPr>
            <a:r>
              <a:rPr b="0" lang="es-CO" sz="2600" strike="noStrike" u="none">
                <a:solidFill>
                  <a:srgbClr val="000000"/>
                </a:solidFill>
                <a:effectLst/>
                <a:uFillTx/>
                <a:latin typeface="Arial"/>
              </a:rPr>
              <a:t>Pulse para editar el formato del texto de título</a:t>
            </a:r>
            <a:endParaRPr b="0" lang="es-CO" sz="2600" strike="noStrike" u="none">
              <a:solidFill>
                <a:srgbClr val="000000"/>
              </a:solidFill>
              <a:effectLst/>
              <a:uFillTx/>
              <a:latin typeface="Arial"/>
            </a:endParaRPr>
          </a:p>
        </p:txBody>
      </p:sp>
      <p:sp>
        <p:nvSpPr>
          <p:cNvPr id="71" name="PlaceHolder 2"/>
          <p:cNvSpPr>
            <a:spLocks noGrp="1"/>
          </p:cNvSpPr>
          <p:nvPr>
            <p:ph type="body"/>
          </p:nvPr>
        </p:nvSpPr>
        <p:spPr>
          <a:xfrm>
            <a:off x="4848120" y="389520"/>
            <a:ext cx="3963960" cy="436032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
        <p:nvSpPr>
          <p:cNvPr id="72" name="PlaceHolder 3"/>
          <p:cNvSpPr>
            <a:spLocks noGrp="1"/>
          </p:cNvSpPr>
          <p:nvPr>
            <p:ph type="sldNum" idx="14"/>
          </p:nvPr>
        </p:nvSpPr>
        <p:spPr>
          <a:xfrm>
            <a:off x="8536320" y="47498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trike="noStrike" u="none">
                <a:solidFill>
                  <a:schemeClr val="accent1"/>
                </a:solidFill>
                <a:effectLst/>
                <a:uFillTx/>
                <a:latin typeface="Lato"/>
                <a:ea typeface="Lato"/>
              </a:defRPr>
            </a:lvl1pPr>
          </a:lstStyle>
          <a:p>
            <a:pPr indent="0" algn="r">
              <a:lnSpc>
                <a:spcPct val="100000"/>
              </a:lnSpc>
              <a:buNone/>
              <a:tabLst>
                <a:tab algn="l" pos="0"/>
              </a:tabLst>
            </a:pPr>
            <a:fld id="{51144C8D-CC1F-414C-A082-61358BF282EF}" type="slidenum">
              <a:rPr b="0" lang="es" sz="1000" strike="noStrike" u="none">
                <a:solidFill>
                  <a:schemeClr val="accent1"/>
                </a:solidFill>
                <a:effectLst/>
                <a:uFillTx/>
                <a:latin typeface="Lato"/>
                <a:ea typeface="Lato"/>
              </a:rPr>
              <a:t>&lt;número&gt;</a:t>
            </a:fld>
            <a:endParaRPr b="0" lang="es-CO" sz="10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dk1"/>
        </a:solidFill>
      </p:bgPr>
    </p:bg>
    <p:spTree>
      <p:nvGrpSpPr>
        <p:cNvPr id="1" name=""/>
        <p:cNvGrpSpPr/>
        <p:nvPr/>
      </p:nvGrpSpPr>
      <p:grpSpPr>
        <a:xfrm>
          <a:off x="0" y="0"/>
          <a:ext cx="0" cy="0"/>
          <a:chOff x="0" y="0"/>
          <a:chExt cx="0" cy="0"/>
        </a:xfrm>
      </p:grpSpPr>
      <p:grpSp>
        <p:nvGrpSpPr>
          <p:cNvPr id="7" name="Google Shape;72;p11"/>
          <p:cNvGrpSpPr/>
          <p:nvPr/>
        </p:nvGrpSpPr>
        <p:grpSpPr>
          <a:xfrm>
            <a:off x="530280" y="4183560"/>
            <a:ext cx="1342800" cy="17280"/>
            <a:chOff x="530280" y="4183560"/>
            <a:chExt cx="1342800" cy="17280"/>
          </a:xfrm>
        </p:grpSpPr>
        <p:sp>
          <p:nvSpPr>
            <p:cNvPr id="8" name="Google Shape;73;p11"/>
            <p:cNvSpPr/>
            <p:nvPr/>
          </p:nvSpPr>
          <p:spPr>
            <a:xfrm rot="16200000">
              <a:off x="1380600" y="370836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000000"/>
                </a:solidFill>
                <a:effectLst/>
                <a:uFillTx/>
                <a:latin typeface="Arial"/>
              </a:endParaRPr>
            </a:p>
          </p:txBody>
        </p:sp>
        <p:sp>
          <p:nvSpPr>
            <p:cNvPr id="9" name="Google Shape;74;p11"/>
            <p:cNvSpPr/>
            <p:nvPr/>
          </p:nvSpPr>
          <p:spPr>
            <a:xfrm rot="16200000">
              <a:off x="1009440" y="370440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000000"/>
                </a:solidFill>
                <a:effectLst/>
                <a:uFillTx/>
                <a:latin typeface="Arial"/>
              </a:endParaRPr>
            </a:p>
          </p:txBody>
        </p:sp>
      </p:grpSp>
      <p:sp>
        <p:nvSpPr>
          <p:cNvPr id="10" name="PlaceHolder 1"/>
          <p:cNvSpPr>
            <a:spLocks noGrp="1"/>
          </p:cNvSpPr>
          <p:nvPr>
            <p:ph type="title"/>
          </p:nvPr>
        </p:nvSpPr>
        <p:spPr>
          <a:xfrm>
            <a:off x="729360" y="734040"/>
            <a:ext cx="7688160" cy="1244520"/>
          </a:xfrm>
          <a:prstGeom prst="rect">
            <a:avLst/>
          </a:prstGeom>
          <a:noFill/>
          <a:ln w="0">
            <a:noFill/>
          </a:ln>
        </p:spPr>
        <p:txBody>
          <a:bodyPr lIns="91440" rIns="91440" tIns="91440" bIns="91440" anchor="t">
            <a:normAutofit fontScale="92500" lnSpcReduction="9999"/>
          </a:bodyPr>
          <a:p>
            <a:pPr indent="0">
              <a:lnSpc>
                <a:spcPct val="100000"/>
              </a:lnSpc>
              <a:buNone/>
            </a:pPr>
            <a:r>
              <a:rPr b="1" lang="es-CO" sz="8000" strike="noStrike" u="none">
                <a:solidFill>
                  <a:schemeClr val="lt1"/>
                </a:solidFill>
                <a:effectLst/>
                <a:uFillTx/>
                <a:latin typeface="Raleway"/>
                <a:ea typeface="Raleway"/>
              </a:rPr>
              <a:t>xx%</a:t>
            </a:r>
            <a:endParaRPr b="0" lang="es-CO" sz="8000" strike="noStrike" u="none">
              <a:solidFill>
                <a:srgbClr val="000000"/>
              </a:solidFill>
              <a:effectLst/>
              <a:uFillTx/>
              <a:latin typeface="Arial"/>
            </a:endParaRPr>
          </a:p>
        </p:txBody>
      </p:sp>
      <p:sp>
        <p:nvSpPr>
          <p:cNvPr id="11" name="PlaceHolder 2"/>
          <p:cNvSpPr>
            <a:spLocks noGrp="1"/>
          </p:cNvSpPr>
          <p:nvPr>
            <p:ph type="body"/>
          </p:nvPr>
        </p:nvSpPr>
        <p:spPr>
          <a:xfrm>
            <a:off x="729360" y="2273040"/>
            <a:ext cx="7688160" cy="1580040"/>
          </a:xfrm>
          <a:prstGeom prst="rect">
            <a:avLst/>
          </a:prstGeom>
          <a:noFill/>
          <a:ln w="0">
            <a:noFill/>
          </a:ln>
        </p:spPr>
        <p:txBody>
          <a:bodyPr lIns="91440" rIns="91440" tIns="91440" bIns="91440" anchor="t">
            <a:normAutofit fontScale="92500" lnSpcReduction="19999"/>
          </a:bodyPr>
          <a:p>
            <a:pPr marL="432000" indent="-324000">
              <a:spcBef>
                <a:spcPts val="1417"/>
              </a:spcBef>
              <a:buClr>
                <a:srgbClr val="ffffff"/>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
        <p:nvSpPr>
          <p:cNvPr id="12" name="PlaceHolder 3"/>
          <p:cNvSpPr>
            <a:spLocks noGrp="1"/>
          </p:cNvSpPr>
          <p:nvPr>
            <p:ph type="sldNum" idx="2"/>
          </p:nvPr>
        </p:nvSpPr>
        <p:spPr>
          <a:xfrm>
            <a:off x="8536320" y="47498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trike="noStrike" u="none">
                <a:solidFill>
                  <a:schemeClr val="lt1"/>
                </a:solidFill>
                <a:effectLst/>
                <a:uFillTx/>
                <a:latin typeface="Lato"/>
                <a:ea typeface="Lato"/>
              </a:defRPr>
            </a:lvl1pPr>
          </a:lstStyle>
          <a:p>
            <a:pPr indent="0" algn="r">
              <a:lnSpc>
                <a:spcPct val="100000"/>
              </a:lnSpc>
              <a:buNone/>
              <a:tabLst>
                <a:tab algn="l" pos="0"/>
              </a:tabLst>
            </a:pPr>
            <a:fld id="{5CE85859-C6CB-4BC4-BCBA-4587E14E17D2}" type="slidenum">
              <a:rPr b="0" lang="es" sz="1000" strike="noStrike" u="none">
                <a:solidFill>
                  <a:schemeClr val="lt1"/>
                </a:solidFill>
                <a:effectLst/>
                <a:uFillTx/>
                <a:latin typeface="Lato"/>
                <a:ea typeface="Lato"/>
              </a:rPr>
              <a:t>&lt;número&gt;</a:t>
            </a:fld>
            <a:endParaRPr b="0" lang="es-CO" sz="1000" strike="noStrike" u="non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dk1"/>
        </a:solidFill>
      </p:bgPr>
    </p:bg>
    <p:spTree>
      <p:nvGrpSpPr>
        <p:cNvPr id="1" name=""/>
        <p:cNvGrpSpPr/>
        <p:nvPr/>
      </p:nvGrpSpPr>
      <p:grpSpPr>
        <a:xfrm>
          <a:off x="0" y="0"/>
          <a:ext cx="0" cy="0"/>
          <a:chOff x="0" y="0"/>
          <a:chExt cx="0" cy="0"/>
        </a:xfrm>
      </p:grpSpPr>
      <p:grpSp>
        <p:nvGrpSpPr>
          <p:cNvPr id="30" name="Google Shape;18;p3"/>
          <p:cNvGrpSpPr/>
          <p:nvPr/>
        </p:nvGrpSpPr>
        <p:grpSpPr>
          <a:xfrm>
            <a:off x="530280" y="1205640"/>
            <a:ext cx="1342800" cy="17280"/>
            <a:chOff x="530280" y="1205640"/>
            <a:chExt cx="1342800" cy="17280"/>
          </a:xfrm>
        </p:grpSpPr>
        <p:sp>
          <p:nvSpPr>
            <p:cNvPr id="31" name="Google Shape;19;p3"/>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000000"/>
                </a:solidFill>
                <a:effectLst/>
                <a:uFillTx/>
                <a:latin typeface="Arial"/>
              </a:endParaRPr>
            </a:p>
          </p:txBody>
        </p:sp>
        <p:sp>
          <p:nvSpPr>
            <p:cNvPr id="32" name="Google Shape;20;p3"/>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000000"/>
                </a:solidFill>
                <a:effectLst/>
                <a:uFillTx/>
                <a:latin typeface="Arial"/>
              </a:endParaRPr>
            </a:p>
          </p:txBody>
        </p:sp>
      </p:grpSp>
      <p:sp>
        <p:nvSpPr>
          <p:cNvPr id="33" name="PlaceHolder 1"/>
          <p:cNvSpPr>
            <a:spLocks noGrp="1"/>
          </p:cNvSpPr>
          <p:nvPr>
            <p:ph type="title"/>
          </p:nvPr>
        </p:nvSpPr>
        <p:spPr>
          <a:xfrm>
            <a:off x="729360" y="1322280"/>
            <a:ext cx="7688160" cy="1518120"/>
          </a:xfrm>
          <a:prstGeom prst="rect">
            <a:avLst/>
          </a:prstGeom>
          <a:noFill/>
          <a:ln w="0">
            <a:noFill/>
          </a:ln>
        </p:spPr>
        <p:txBody>
          <a:bodyPr lIns="91440" rIns="91440" tIns="91440" bIns="91440" anchor="t">
            <a:normAutofit/>
          </a:bodyPr>
          <a:p>
            <a:pPr indent="0">
              <a:buNone/>
            </a:pPr>
            <a:r>
              <a:rPr b="0" lang="es-CO" sz="3600" strike="noStrike" u="none">
                <a:solidFill>
                  <a:srgbClr val="000000"/>
                </a:solidFill>
                <a:effectLst/>
                <a:uFillTx/>
                <a:latin typeface="Arial"/>
              </a:rPr>
              <a:t>Pulse para editar el formato del texto de título</a:t>
            </a:r>
            <a:endParaRPr b="0" lang="es-CO" sz="3600" strike="noStrike" u="none">
              <a:solidFill>
                <a:srgbClr val="000000"/>
              </a:solidFill>
              <a:effectLst/>
              <a:uFillTx/>
              <a:latin typeface="Arial"/>
            </a:endParaRPr>
          </a:p>
        </p:txBody>
      </p:sp>
      <p:sp>
        <p:nvSpPr>
          <p:cNvPr id="34" name="PlaceHolder 2"/>
          <p:cNvSpPr>
            <a:spLocks noGrp="1"/>
          </p:cNvSpPr>
          <p:nvPr>
            <p:ph type="sldNum" idx="8"/>
          </p:nvPr>
        </p:nvSpPr>
        <p:spPr>
          <a:xfrm>
            <a:off x="8536320" y="47498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trike="noStrike" u="none">
                <a:solidFill>
                  <a:schemeClr val="lt1"/>
                </a:solidFill>
                <a:effectLst/>
                <a:uFillTx/>
                <a:latin typeface="Lato"/>
                <a:ea typeface="Lato"/>
              </a:defRPr>
            </a:lvl1pPr>
          </a:lstStyle>
          <a:p>
            <a:pPr indent="0" algn="r">
              <a:lnSpc>
                <a:spcPct val="100000"/>
              </a:lnSpc>
              <a:buNone/>
              <a:tabLst>
                <a:tab algn="l" pos="0"/>
              </a:tabLst>
            </a:pPr>
            <a:fld id="{46F1C378-21C7-4136-A2B5-ECE5E936AEE7}" type="slidenum">
              <a:rPr b="0" lang="es" sz="1000" strike="noStrike" u="none">
                <a:solidFill>
                  <a:schemeClr val="lt1"/>
                </a:solidFill>
                <a:effectLst/>
                <a:uFillTx/>
                <a:latin typeface="Lato"/>
                <a:ea typeface="Lato"/>
              </a:rPr>
              <a:t>&lt;número&gt;</a:t>
            </a:fld>
            <a:endParaRPr b="0" lang="es-CO" sz="1000" strike="noStrike" u="non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accent3"/>
        </a:solidFill>
      </p:bgPr>
    </p:bg>
    <p:spTree>
      <p:nvGrpSpPr>
        <p:cNvPr id="1" name=""/>
        <p:cNvGrpSpPr/>
        <p:nvPr/>
      </p:nvGrpSpPr>
      <p:grpSpPr>
        <a:xfrm>
          <a:off x="0" y="0"/>
          <a:ext cx="0" cy="0"/>
          <a:chOff x="0" y="0"/>
          <a:chExt cx="0" cy="0"/>
        </a:xfrm>
      </p:grpSpPr>
      <p:grpSp>
        <p:nvGrpSpPr>
          <p:cNvPr id="61" name="Google Shape;54;p8"/>
          <p:cNvGrpSpPr/>
          <p:nvPr/>
        </p:nvGrpSpPr>
        <p:grpSpPr>
          <a:xfrm>
            <a:off x="530280" y="4183560"/>
            <a:ext cx="1342800" cy="17280"/>
            <a:chOff x="530280" y="4183560"/>
            <a:chExt cx="1342800" cy="17280"/>
          </a:xfrm>
        </p:grpSpPr>
        <p:sp>
          <p:nvSpPr>
            <p:cNvPr id="62" name="Google Shape;55;p8"/>
            <p:cNvSpPr/>
            <p:nvPr/>
          </p:nvSpPr>
          <p:spPr>
            <a:xfrm rot="16200000">
              <a:off x="1380600" y="370836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000000"/>
                </a:solidFill>
                <a:effectLst/>
                <a:uFillTx/>
                <a:latin typeface="Arial"/>
              </a:endParaRPr>
            </a:p>
          </p:txBody>
        </p:sp>
        <p:sp>
          <p:nvSpPr>
            <p:cNvPr id="63" name="Google Shape;56;p8"/>
            <p:cNvSpPr/>
            <p:nvPr/>
          </p:nvSpPr>
          <p:spPr>
            <a:xfrm rot="16200000">
              <a:off x="1009440" y="370440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s-CO" sz="1400" strike="noStrike" u="none">
                <a:solidFill>
                  <a:srgbClr val="000000"/>
                </a:solidFill>
                <a:effectLst/>
                <a:uFillTx/>
                <a:latin typeface="Arial"/>
              </a:endParaRPr>
            </a:p>
          </p:txBody>
        </p:sp>
      </p:grpSp>
      <p:sp>
        <p:nvSpPr>
          <p:cNvPr id="64" name="PlaceHolder 1"/>
          <p:cNvSpPr>
            <a:spLocks noGrp="1"/>
          </p:cNvSpPr>
          <p:nvPr>
            <p:ph type="title"/>
          </p:nvPr>
        </p:nvSpPr>
        <p:spPr>
          <a:xfrm>
            <a:off x="729360" y="864360"/>
            <a:ext cx="7020720" cy="2984760"/>
          </a:xfrm>
          <a:prstGeom prst="rect">
            <a:avLst/>
          </a:prstGeom>
          <a:noFill/>
          <a:ln w="0">
            <a:noFill/>
          </a:ln>
        </p:spPr>
        <p:txBody>
          <a:bodyPr lIns="91440" rIns="91440" tIns="91440" bIns="91440" anchor="ctr">
            <a:normAutofit/>
          </a:bodyPr>
          <a:p>
            <a:pPr indent="0">
              <a:buNone/>
            </a:pPr>
            <a:r>
              <a:rPr b="0" lang="es-CO" sz="3600" strike="noStrike" u="none">
                <a:solidFill>
                  <a:srgbClr val="000000"/>
                </a:solidFill>
                <a:effectLst/>
                <a:uFillTx/>
                <a:latin typeface="Arial"/>
              </a:rPr>
              <a:t>Pulse para editar el formato del texto de título</a:t>
            </a:r>
            <a:endParaRPr b="0" lang="es-CO" sz="3600" strike="noStrike" u="none">
              <a:solidFill>
                <a:srgbClr val="000000"/>
              </a:solidFill>
              <a:effectLst/>
              <a:uFillTx/>
              <a:latin typeface="Arial"/>
            </a:endParaRPr>
          </a:p>
        </p:txBody>
      </p:sp>
      <p:sp>
        <p:nvSpPr>
          <p:cNvPr id="65" name="PlaceHolder 2"/>
          <p:cNvSpPr>
            <a:spLocks noGrp="1"/>
          </p:cNvSpPr>
          <p:nvPr>
            <p:ph type="sldNum" idx="13"/>
          </p:nvPr>
        </p:nvSpPr>
        <p:spPr>
          <a:xfrm>
            <a:off x="8536320" y="47498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trike="noStrike" u="none">
                <a:solidFill>
                  <a:schemeClr val="lt1"/>
                </a:solidFill>
                <a:effectLst/>
                <a:uFillTx/>
                <a:latin typeface="Lato"/>
                <a:ea typeface="Lato"/>
              </a:defRPr>
            </a:lvl1pPr>
          </a:lstStyle>
          <a:p>
            <a:pPr indent="0" algn="r">
              <a:lnSpc>
                <a:spcPct val="100000"/>
              </a:lnSpc>
              <a:buNone/>
              <a:tabLst>
                <a:tab algn="l" pos="0"/>
              </a:tabLst>
            </a:pPr>
            <a:fld id="{45212005-60BA-461A-938C-EA86D5F59557}" type="slidenum">
              <a:rPr b="0" lang="es" sz="1000" strike="noStrike" u="none">
                <a:solidFill>
                  <a:schemeClr val="lt1"/>
                </a:solidFill>
                <a:effectLst/>
                <a:uFillTx/>
                <a:latin typeface="Lato"/>
                <a:ea typeface="Lato"/>
              </a:rPr>
              <a:t>&lt;número&gt;</a:t>
            </a:fld>
            <a:endParaRPr b="0" lang="es-CO" sz="1000" strike="noStrike" u="non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13" name="PlaceHolder 1"/>
          <p:cNvSpPr>
            <a:spLocks noGrp="1"/>
          </p:cNvSpPr>
          <p:nvPr>
            <p:ph type="sldNum" idx="3"/>
          </p:nvPr>
        </p:nvSpPr>
        <p:spPr>
          <a:xfrm>
            <a:off x="8536320" y="47498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trike="noStrike" u="none">
                <a:solidFill>
                  <a:schemeClr val="accent1"/>
                </a:solidFill>
                <a:effectLst/>
                <a:uFillTx/>
                <a:latin typeface="Lato"/>
                <a:ea typeface="Lato"/>
              </a:defRPr>
            </a:lvl1pPr>
          </a:lstStyle>
          <a:p>
            <a:pPr indent="0" algn="r">
              <a:lnSpc>
                <a:spcPct val="100000"/>
              </a:lnSpc>
              <a:buNone/>
              <a:tabLst>
                <a:tab algn="l" pos="0"/>
              </a:tabLst>
            </a:pPr>
            <a:fld id="{D590A48D-E181-41E8-8CBB-D5DECAC0DCE8}" type="slidenum">
              <a:rPr b="0" lang="es" sz="1000" strike="noStrike" u="none">
                <a:solidFill>
                  <a:schemeClr val="accent1"/>
                </a:solidFill>
                <a:effectLst/>
                <a:uFillTx/>
                <a:latin typeface="Lato"/>
                <a:ea typeface="Lato"/>
              </a:rPr>
              <a:t>&lt;número&gt;</a:t>
            </a:fld>
            <a:endParaRPr b="0" lang="es-CO" sz="10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ción">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body"/>
          </p:nvPr>
        </p:nvSpPr>
        <p:spPr>
          <a:xfrm>
            <a:off x="324000" y="1008360"/>
            <a:ext cx="4103640" cy="26964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s-CO" sz="1800" strike="noStrike" u="none">
                <a:solidFill>
                  <a:srgbClr val="000000"/>
                </a:solidFill>
                <a:effectLst/>
                <a:uFillTx/>
                <a:latin typeface="Arial"/>
              </a:rPr>
              <a:t>Pulse para editar el formato de texto del esquema</a:t>
            </a:r>
            <a:endParaRPr b="0" lang="es-CO"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800" strike="noStrike" u="none">
                <a:solidFill>
                  <a:srgbClr val="000000"/>
                </a:solidFill>
                <a:effectLst/>
                <a:uFillTx/>
                <a:latin typeface="Arial"/>
              </a:rPr>
              <a:t>Segundo nivel del esquema</a:t>
            </a:r>
            <a:endParaRPr b="0" lang="es-CO"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800" strike="noStrike" u="none">
                <a:solidFill>
                  <a:srgbClr val="000000"/>
                </a:solidFill>
                <a:effectLst/>
                <a:uFillTx/>
                <a:latin typeface="Arial"/>
              </a:rPr>
              <a:t>Tercer nivel del esquema</a:t>
            </a:r>
            <a:endParaRPr b="0" lang="es-CO"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800" strike="noStrike" u="none">
                <a:solidFill>
                  <a:srgbClr val="000000"/>
                </a:solidFill>
                <a:effectLst/>
                <a:uFillTx/>
                <a:latin typeface="Arial"/>
              </a:rPr>
              <a:t>Cuarto nivel del esquema</a:t>
            </a:r>
            <a:endParaRPr b="0" lang="es-CO"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800" strike="noStrike" u="none">
                <a:solidFill>
                  <a:srgbClr val="000000"/>
                </a:solidFill>
                <a:effectLst/>
                <a:uFillTx/>
                <a:latin typeface="Arial"/>
              </a:rPr>
              <a:t>Quinto nivel del esquema</a:t>
            </a:r>
            <a:endParaRPr b="0" lang="es-CO"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800" strike="noStrike" u="none">
                <a:solidFill>
                  <a:srgbClr val="000000"/>
                </a:solidFill>
                <a:effectLst/>
                <a:uFillTx/>
                <a:latin typeface="Arial"/>
              </a:rPr>
              <a:t>Sexto nivel del esquema</a:t>
            </a:r>
            <a:endParaRPr b="0" lang="es-CO"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800" strike="noStrike" u="none">
                <a:solidFill>
                  <a:srgbClr val="000000"/>
                </a:solidFill>
                <a:effectLst/>
                <a:uFillTx/>
                <a:latin typeface="Arial"/>
              </a:rPr>
              <a:t>Séptimo nivel del esquema</a:t>
            </a:r>
            <a:endParaRPr b="0" lang="es-CO" sz="1800" strike="noStrike" u="none">
              <a:solidFill>
                <a:srgbClr val="000000"/>
              </a:solidFill>
              <a:effectLst/>
              <a:uFillTx/>
              <a:latin typeface="Arial"/>
            </a:endParaRPr>
          </a:p>
        </p:txBody>
      </p:sp>
      <p:sp>
        <p:nvSpPr>
          <p:cNvPr id="15" name="PlaceHolder 2"/>
          <p:cNvSpPr>
            <a:spLocks noGrp="1"/>
          </p:cNvSpPr>
          <p:nvPr>
            <p:ph type="body"/>
          </p:nvPr>
        </p:nvSpPr>
        <p:spPr>
          <a:xfrm>
            <a:off x="324000" y="1441440"/>
            <a:ext cx="4103640" cy="314856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
        <p:nvSpPr>
          <p:cNvPr id="16" name="PlaceHolder 3"/>
          <p:cNvSpPr>
            <a:spLocks noGrp="1"/>
          </p:cNvSpPr>
          <p:nvPr>
            <p:ph type="sldNum" idx="4"/>
          </p:nvPr>
        </p:nvSpPr>
        <p:spPr>
          <a:xfrm>
            <a:off x="8779680" y="4767120"/>
            <a:ext cx="277560" cy="273600"/>
          </a:xfrm>
          <a:prstGeom prst="rect">
            <a:avLst/>
          </a:prstGeom>
          <a:solidFill>
            <a:srgbClr val="f2f2f2">
              <a:alpha val="50000"/>
            </a:srgbClr>
          </a:solidFill>
          <a:ln w="0">
            <a:noFill/>
          </a:ln>
        </p:spPr>
        <p:txBody>
          <a:bodyPr lIns="0" rIns="0" tIns="0" bIns="0" anchor="ctr">
            <a:normAutofit/>
          </a:bodyPr>
          <a:lstStyle>
            <a:lvl1pPr indent="0" algn="ctr">
              <a:lnSpc>
                <a:spcPct val="100000"/>
              </a:lnSpc>
              <a:buNone/>
              <a:tabLst>
                <a:tab algn="l" pos="0"/>
              </a:tabLst>
              <a:defRPr b="0" i="1" lang="es" sz="900" strike="noStrike" u="none">
                <a:solidFill>
                  <a:schemeClr val="accent1"/>
                </a:solidFill>
                <a:effectLst/>
                <a:uFillTx/>
                <a:latin typeface="Garamond"/>
                <a:ea typeface="Garamond"/>
              </a:defRPr>
            </a:lvl1pPr>
          </a:lstStyle>
          <a:p>
            <a:pPr indent="0" algn="ctr">
              <a:lnSpc>
                <a:spcPct val="100000"/>
              </a:lnSpc>
              <a:buNone/>
              <a:tabLst>
                <a:tab algn="l" pos="0"/>
              </a:tabLst>
            </a:pPr>
            <a:fld id="{E8611F2E-4F3D-4A11-9F9B-2BEDD709AF48}" type="slidenum">
              <a:rPr b="0" i="1" lang="es" sz="900" strike="noStrike" u="none">
                <a:solidFill>
                  <a:schemeClr val="accent1"/>
                </a:solidFill>
                <a:effectLst/>
                <a:uFillTx/>
                <a:latin typeface="Garamond"/>
                <a:ea typeface="Garamond"/>
              </a:rPr>
              <a:t>&lt;número&gt;</a:t>
            </a:fld>
            <a:endParaRPr b="0" lang="es-CO" sz="900" strike="noStrike" u="none">
              <a:solidFill>
                <a:srgbClr val="000000"/>
              </a:solidFill>
              <a:effectLst/>
              <a:uFillTx/>
              <a:latin typeface="Times New Roman"/>
            </a:endParaRPr>
          </a:p>
        </p:txBody>
      </p:sp>
      <p:sp>
        <p:nvSpPr>
          <p:cNvPr id="17" name="PlaceHolder 4"/>
          <p:cNvSpPr>
            <a:spLocks noGrp="1"/>
          </p:cNvSpPr>
          <p:nvPr>
            <p:ph type="ftr" idx="5"/>
          </p:nvPr>
        </p:nvSpPr>
        <p:spPr>
          <a:xfrm>
            <a:off x="324000" y="4767120"/>
            <a:ext cx="3085920" cy="273600"/>
          </a:xfrm>
          <a:prstGeom prst="rect">
            <a:avLst/>
          </a:prstGeom>
          <a:noFill/>
          <a:ln w="7200">
            <a:solidFill>
              <a:srgbClr val="f2f2f2">
                <a:alpha val="50000"/>
              </a:srgbClr>
            </a:solidFill>
            <a:round/>
          </a:ln>
        </p:spPr>
        <p:txBody>
          <a:bodyPr lIns="54000" rIns="0" tIns="0" bIns="0" anchor="ctr">
            <a:noAutofit/>
          </a:bodyPr>
          <a:lstStyle>
            <a:lvl1pPr indent="0" algn="ctr">
              <a:buNone/>
              <a:defRPr b="0" lang="es-CO" sz="1400" strike="noStrike" u="none">
                <a:solidFill>
                  <a:srgbClr val="000000"/>
                </a:solidFill>
                <a:effectLst/>
                <a:uFillTx/>
                <a:latin typeface="Times New Roman"/>
              </a:defRPr>
            </a:lvl1pPr>
          </a:lstStyle>
          <a:p>
            <a:pPr indent="0" algn="ctr">
              <a:buNone/>
            </a:pPr>
            <a:r>
              <a:rPr b="0" lang="es-CO" sz="1400" strike="noStrike" u="none">
                <a:solidFill>
                  <a:srgbClr val="000000"/>
                </a:solidFill>
                <a:effectLst/>
                <a:uFillTx/>
                <a:latin typeface="Times New Roman"/>
              </a:rPr>
              <a:t>&lt;pie de página&gt;</a:t>
            </a:r>
            <a:endParaRPr b="0" lang="es-CO" sz="1400" strike="noStrike" u="none">
              <a:solidFill>
                <a:srgbClr val="000000"/>
              </a:solidFill>
              <a:effectLst/>
              <a:uFillTx/>
              <a:latin typeface="Times New Roman"/>
            </a:endParaRPr>
          </a:p>
        </p:txBody>
      </p:sp>
      <p:sp>
        <p:nvSpPr>
          <p:cNvPr id="18" name="PlaceHolder 5"/>
          <p:cNvSpPr>
            <a:spLocks noGrp="1"/>
          </p:cNvSpPr>
          <p:nvPr>
            <p:ph type="title"/>
          </p:nvPr>
        </p:nvSpPr>
        <p:spPr>
          <a:xfrm>
            <a:off x="387720" y="324000"/>
            <a:ext cx="8440920" cy="521280"/>
          </a:xfrm>
          <a:prstGeom prst="rect">
            <a:avLst/>
          </a:prstGeom>
          <a:solidFill>
            <a:srgbClr val="f2f2f2">
              <a:alpha val="50000"/>
            </a:srgbClr>
          </a:solidFill>
          <a:ln w="0">
            <a:noFill/>
          </a:ln>
        </p:spPr>
        <p:txBody>
          <a:bodyPr lIns="135000" rIns="0" tIns="0" bIns="0" anchor="ctr">
            <a:noAutofit/>
          </a:bodyPr>
          <a:p>
            <a:pPr indent="0">
              <a:buNone/>
            </a:pPr>
            <a:r>
              <a:rPr b="0" lang="es-CO" sz="2800" strike="noStrike" u="none">
                <a:solidFill>
                  <a:srgbClr val="000000"/>
                </a:solidFill>
                <a:effectLst/>
                <a:uFillTx/>
                <a:latin typeface="Arial"/>
              </a:rPr>
              <a:t>Pulse para editar el formato del texto de título</a:t>
            </a:r>
            <a:endParaRPr b="0" lang="es-CO" sz="2800" strike="noStrike" u="none">
              <a:solidFill>
                <a:srgbClr val="000000"/>
              </a:solidFill>
              <a:effectLst/>
              <a:uFillTx/>
              <a:latin typeface="Arial"/>
            </a:endParaRPr>
          </a:p>
        </p:txBody>
      </p:sp>
      <p:sp>
        <p:nvSpPr>
          <p:cNvPr id="19" name="Google Shape;86;p13"/>
          <p:cNvSpPr/>
          <p:nvPr/>
        </p:nvSpPr>
        <p:spPr>
          <a:xfrm>
            <a:off x="324000" y="324000"/>
            <a:ext cx="63360" cy="521280"/>
          </a:xfrm>
          <a:prstGeom prst="rect">
            <a:avLst/>
          </a:prstGeom>
          <a:solidFill>
            <a:schemeClr val="accent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s-CO" sz="1400" strike="noStrike" u="none">
              <a:solidFill>
                <a:srgbClr val="ffffff"/>
              </a:solidFill>
              <a:effectLst/>
              <a:uFillTx/>
              <a:latin typeface="Arial"/>
            </a:endParaRPr>
          </a:p>
        </p:txBody>
      </p:sp>
      <p:sp>
        <p:nvSpPr>
          <p:cNvPr id="20" name="PlaceHolder 6"/>
          <p:cNvSpPr>
            <a:spLocks noGrp="1"/>
          </p:cNvSpPr>
          <p:nvPr>
            <p:ph type="body"/>
          </p:nvPr>
        </p:nvSpPr>
        <p:spPr>
          <a:xfrm>
            <a:off x="4716000" y="1008360"/>
            <a:ext cx="4112640" cy="26964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s-CO" sz="1800" strike="noStrike" u="none">
                <a:solidFill>
                  <a:srgbClr val="000000"/>
                </a:solidFill>
                <a:effectLst/>
                <a:uFillTx/>
                <a:latin typeface="Arial"/>
              </a:rPr>
              <a:t>Pulse para editar el formato de texto del esquema</a:t>
            </a:r>
            <a:endParaRPr b="0" lang="es-CO"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800" strike="noStrike" u="none">
                <a:solidFill>
                  <a:srgbClr val="000000"/>
                </a:solidFill>
                <a:effectLst/>
                <a:uFillTx/>
                <a:latin typeface="Arial"/>
              </a:rPr>
              <a:t>Segundo nivel del esquema</a:t>
            </a:r>
            <a:endParaRPr b="0" lang="es-CO"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800" strike="noStrike" u="none">
                <a:solidFill>
                  <a:srgbClr val="000000"/>
                </a:solidFill>
                <a:effectLst/>
                <a:uFillTx/>
                <a:latin typeface="Arial"/>
              </a:rPr>
              <a:t>Tercer nivel del esquema</a:t>
            </a:r>
            <a:endParaRPr b="0" lang="es-CO"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800" strike="noStrike" u="none">
                <a:solidFill>
                  <a:srgbClr val="000000"/>
                </a:solidFill>
                <a:effectLst/>
                <a:uFillTx/>
                <a:latin typeface="Arial"/>
              </a:rPr>
              <a:t>Cuarto nivel del esquema</a:t>
            </a:r>
            <a:endParaRPr b="0" lang="es-CO"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800" strike="noStrike" u="none">
                <a:solidFill>
                  <a:srgbClr val="000000"/>
                </a:solidFill>
                <a:effectLst/>
                <a:uFillTx/>
                <a:latin typeface="Arial"/>
              </a:rPr>
              <a:t>Quinto nivel del esquema</a:t>
            </a:r>
            <a:endParaRPr b="0" lang="es-CO"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800" strike="noStrike" u="none">
                <a:solidFill>
                  <a:srgbClr val="000000"/>
                </a:solidFill>
                <a:effectLst/>
                <a:uFillTx/>
                <a:latin typeface="Arial"/>
              </a:rPr>
              <a:t>Sexto nivel del esquema</a:t>
            </a:r>
            <a:endParaRPr b="0" lang="es-CO"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800" strike="noStrike" u="none">
                <a:solidFill>
                  <a:srgbClr val="000000"/>
                </a:solidFill>
                <a:effectLst/>
                <a:uFillTx/>
                <a:latin typeface="Arial"/>
              </a:rPr>
              <a:t>Séptimo nivel del esquema</a:t>
            </a:r>
            <a:endParaRPr b="0" lang="es-CO" sz="1800" strike="noStrike" u="none">
              <a:solidFill>
                <a:srgbClr val="000000"/>
              </a:solidFill>
              <a:effectLst/>
              <a:uFillTx/>
              <a:latin typeface="Arial"/>
            </a:endParaRPr>
          </a:p>
        </p:txBody>
      </p:sp>
      <p:sp>
        <p:nvSpPr>
          <p:cNvPr id="21" name="PlaceHolder 7"/>
          <p:cNvSpPr>
            <a:spLocks noGrp="1"/>
          </p:cNvSpPr>
          <p:nvPr>
            <p:ph type="body"/>
          </p:nvPr>
        </p:nvSpPr>
        <p:spPr>
          <a:xfrm>
            <a:off x="4716000" y="1441440"/>
            <a:ext cx="4112640" cy="314856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lumna 3">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body"/>
          </p:nvPr>
        </p:nvSpPr>
        <p:spPr>
          <a:xfrm>
            <a:off x="324000" y="1242000"/>
            <a:ext cx="2699640" cy="334764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
        <p:nvSpPr>
          <p:cNvPr id="23" name="PlaceHolder 2"/>
          <p:cNvSpPr>
            <a:spLocks noGrp="1"/>
          </p:cNvSpPr>
          <p:nvPr>
            <p:ph type="body"/>
          </p:nvPr>
        </p:nvSpPr>
        <p:spPr>
          <a:xfrm>
            <a:off x="3226320" y="1242000"/>
            <a:ext cx="2700360" cy="334764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
        <p:nvSpPr>
          <p:cNvPr id="24" name="PlaceHolder 3"/>
          <p:cNvSpPr>
            <a:spLocks noGrp="1"/>
          </p:cNvSpPr>
          <p:nvPr>
            <p:ph type="body"/>
          </p:nvPr>
        </p:nvSpPr>
        <p:spPr>
          <a:xfrm>
            <a:off x="6128640" y="1242000"/>
            <a:ext cx="2700360" cy="334764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
        <p:nvSpPr>
          <p:cNvPr id="25" name="PlaceHolder 4"/>
          <p:cNvSpPr>
            <a:spLocks noGrp="1"/>
          </p:cNvSpPr>
          <p:nvPr>
            <p:ph type="ftr" idx="6"/>
          </p:nvPr>
        </p:nvSpPr>
        <p:spPr>
          <a:xfrm>
            <a:off x="324000" y="4767120"/>
            <a:ext cx="3085920" cy="273600"/>
          </a:xfrm>
          <a:prstGeom prst="rect">
            <a:avLst/>
          </a:prstGeom>
          <a:noFill/>
          <a:ln w="7200">
            <a:solidFill>
              <a:srgbClr val="f2f2f2">
                <a:alpha val="50000"/>
              </a:srgbClr>
            </a:solidFill>
            <a:round/>
          </a:ln>
        </p:spPr>
        <p:txBody>
          <a:bodyPr lIns="54000" rIns="0" tIns="0" bIns="0" anchor="ctr">
            <a:noAutofit/>
          </a:bodyPr>
          <a:lstStyle>
            <a:lvl1pPr indent="0" algn="ctr">
              <a:buNone/>
              <a:defRPr b="0" lang="es-CO" sz="1400" strike="noStrike" u="none">
                <a:solidFill>
                  <a:srgbClr val="000000"/>
                </a:solidFill>
                <a:effectLst/>
                <a:uFillTx/>
                <a:latin typeface="Times New Roman"/>
              </a:defRPr>
            </a:lvl1pPr>
          </a:lstStyle>
          <a:p>
            <a:pPr indent="0" algn="ctr">
              <a:buNone/>
            </a:pPr>
            <a:r>
              <a:rPr b="0" lang="es-CO" sz="1400" strike="noStrike" u="none">
                <a:solidFill>
                  <a:srgbClr val="000000"/>
                </a:solidFill>
                <a:effectLst/>
                <a:uFillTx/>
                <a:latin typeface="Times New Roman"/>
              </a:rPr>
              <a:t>&lt;pie de página&gt;</a:t>
            </a:r>
            <a:endParaRPr b="0" lang="es-CO" sz="1400" strike="noStrike" u="none">
              <a:solidFill>
                <a:srgbClr val="000000"/>
              </a:solidFill>
              <a:effectLst/>
              <a:uFillTx/>
              <a:latin typeface="Times New Roman"/>
            </a:endParaRPr>
          </a:p>
        </p:txBody>
      </p:sp>
      <p:sp>
        <p:nvSpPr>
          <p:cNvPr id="26" name="PlaceHolder 5"/>
          <p:cNvSpPr>
            <a:spLocks noGrp="1"/>
          </p:cNvSpPr>
          <p:nvPr>
            <p:ph type="sldNum" idx="7"/>
          </p:nvPr>
        </p:nvSpPr>
        <p:spPr>
          <a:xfrm>
            <a:off x="8779680" y="4767120"/>
            <a:ext cx="277560" cy="273600"/>
          </a:xfrm>
          <a:prstGeom prst="rect">
            <a:avLst/>
          </a:prstGeom>
          <a:solidFill>
            <a:srgbClr val="f2f2f2">
              <a:alpha val="50000"/>
            </a:srgbClr>
          </a:solidFill>
          <a:ln w="0">
            <a:noFill/>
          </a:ln>
        </p:spPr>
        <p:txBody>
          <a:bodyPr lIns="0" rIns="0" tIns="0" bIns="0" anchor="ctr">
            <a:normAutofit/>
          </a:bodyPr>
          <a:lstStyle>
            <a:lvl1pPr indent="0" algn="ctr">
              <a:lnSpc>
                <a:spcPct val="100000"/>
              </a:lnSpc>
              <a:buNone/>
              <a:tabLst>
                <a:tab algn="l" pos="0"/>
              </a:tabLst>
              <a:defRPr b="0" lang="es" sz="1000" strike="noStrike" u="none">
                <a:solidFill>
                  <a:schemeClr val="accent1"/>
                </a:solidFill>
                <a:effectLst/>
                <a:uFillTx/>
                <a:latin typeface="Lato"/>
                <a:ea typeface="Lato"/>
              </a:defRPr>
            </a:lvl1pPr>
          </a:lstStyle>
          <a:p>
            <a:pPr indent="0" algn="ctr">
              <a:lnSpc>
                <a:spcPct val="100000"/>
              </a:lnSpc>
              <a:buNone/>
              <a:tabLst>
                <a:tab algn="l" pos="0"/>
              </a:tabLst>
            </a:pPr>
            <a:fld id="{105F1BAD-449E-4A8C-A5BF-0B94B2B26D8C}" type="slidenum">
              <a:rPr b="0" lang="es" sz="1000" strike="noStrike" u="none">
                <a:solidFill>
                  <a:schemeClr val="accent1"/>
                </a:solidFill>
                <a:effectLst/>
                <a:uFillTx/>
                <a:latin typeface="Lato"/>
                <a:ea typeface="Lato"/>
              </a:rPr>
              <a:t>&lt;número&gt;</a:t>
            </a:fld>
            <a:endParaRPr b="0" lang="es-CO" sz="1000" strike="noStrike" u="none">
              <a:solidFill>
                <a:srgbClr val="000000"/>
              </a:solidFill>
              <a:effectLst/>
              <a:uFillTx/>
              <a:latin typeface="Times New Roman"/>
            </a:endParaRPr>
          </a:p>
        </p:txBody>
      </p:sp>
      <p:sp>
        <p:nvSpPr>
          <p:cNvPr id="27" name="PlaceHolder 6"/>
          <p:cNvSpPr>
            <a:spLocks noGrp="1"/>
          </p:cNvSpPr>
          <p:nvPr>
            <p:ph type="title"/>
          </p:nvPr>
        </p:nvSpPr>
        <p:spPr>
          <a:xfrm>
            <a:off x="387720" y="324000"/>
            <a:ext cx="8440920" cy="521280"/>
          </a:xfrm>
          <a:prstGeom prst="rect">
            <a:avLst/>
          </a:prstGeom>
          <a:solidFill>
            <a:srgbClr val="f2f2f2">
              <a:alpha val="50000"/>
            </a:srgbClr>
          </a:solidFill>
          <a:ln w="0">
            <a:noFill/>
          </a:ln>
        </p:spPr>
        <p:txBody>
          <a:bodyPr lIns="135000" rIns="0" tIns="0" bIns="0" anchor="ctr">
            <a:noAutofit/>
          </a:bodyPr>
          <a:p>
            <a:pPr indent="0">
              <a:buNone/>
            </a:pPr>
            <a:r>
              <a:rPr b="0" lang="es-CO" sz="2800" strike="noStrike" u="none">
                <a:solidFill>
                  <a:srgbClr val="000000"/>
                </a:solidFill>
                <a:effectLst/>
                <a:uFillTx/>
                <a:latin typeface="Arial"/>
              </a:rPr>
              <a:t>Pulse para editar el formato del texto de título</a:t>
            </a:r>
            <a:endParaRPr b="0" lang="es-CO" sz="2800" strike="noStrike" u="none">
              <a:solidFill>
                <a:srgbClr val="000000"/>
              </a:solidFill>
              <a:effectLst/>
              <a:uFillTx/>
              <a:latin typeface="Arial"/>
            </a:endParaRPr>
          </a:p>
        </p:txBody>
      </p:sp>
      <p:sp>
        <p:nvSpPr>
          <p:cNvPr id="28" name="Google Shape;96;p14"/>
          <p:cNvSpPr/>
          <p:nvPr/>
        </p:nvSpPr>
        <p:spPr>
          <a:xfrm>
            <a:off x="324000" y="324000"/>
            <a:ext cx="63360" cy="521280"/>
          </a:xfrm>
          <a:prstGeom prst="rect">
            <a:avLst/>
          </a:prstGeom>
          <a:solidFill>
            <a:schemeClr val="accent1"/>
          </a:solidFill>
          <a:ln w="0">
            <a:noFill/>
          </a:ln>
        </p:spPr>
        <p:style>
          <a:lnRef idx="0"/>
          <a:fillRef idx="0"/>
          <a:effectRef idx="0"/>
          <a:fontRef idx="minor"/>
        </p:style>
        <p:txBody>
          <a:bodyPr lIns="68400" rIns="68400" tIns="34200" bIns="34200" anchor="ctr">
            <a:noAutofit/>
          </a:bodyPr>
          <a:p>
            <a:pPr algn="ctr">
              <a:lnSpc>
                <a:spcPct val="100000"/>
              </a:lnSpc>
              <a:tabLst>
                <a:tab algn="l" pos="0"/>
              </a:tabLst>
            </a:pPr>
            <a:endParaRPr b="0" lang="es-CO" sz="1400" strike="noStrike" u="none">
              <a:solidFill>
                <a:srgbClr val="ffffff"/>
              </a:solidFill>
              <a:effectLst/>
              <a:uFillTx/>
              <a:latin typeface="Arial"/>
            </a:endParaRPr>
          </a:p>
        </p:txBody>
      </p:sp>
      <p:sp>
        <p:nvSpPr>
          <p:cNvPr id="29" name="PlaceHolder 7"/>
          <p:cNvSpPr>
            <a:spLocks noGrp="1"/>
          </p:cNvSpPr>
          <p:nvPr>
            <p:ph type="body"/>
          </p:nvPr>
        </p:nvSpPr>
        <p:spPr>
          <a:xfrm>
            <a:off x="324000" y="945000"/>
            <a:ext cx="8504280" cy="18864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73" name="PlaceHolder 1"/>
          <p:cNvSpPr>
            <a:spLocks noGrp="1"/>
          </p:cNvSpPr>
          <p:nvPr>
            <p:ph type="body"/>
          </p:nvPr>
        </p:nvSpPr>
        <p:spPr>
          <a:xfrm>
            <a:off x="725040" y="4372560"/>
            <a:ext cx="7697160" cy="460080"/>
          </a:xfrm>
          <a:prstGeom prst="rect">
            <a:avLst/>
          </a:prstGeom>
          <a:noFill/>
          <a:ln w="0">
            <a:noFill/>
          </a:ln>
        </p:spPr>
        <p:txBody>
          <a:bodyPr lIns="91440" rIns="91440" tIns="91440" bIns="91440" anchor="ctr">
            <a:normAutofit fontScale="25000" lnSpcReduction="19999"/>
          </a:bodyPr>
          <a:p>
            <a:pPr marL="432000" indent="-324000">
              <a:spcBef>
                <a:spcPts val="1417"/>
              </a:spcBef>
              <a:buClr>
                <a:srgbClr val="000000"/>
              </a:buClr>
              <a:buSzPct val="45000"/>
              <a:buFont typeface="Wingdings" charset="2"/>
              <a:buChar char=""/>
            </a:pPr>
            <a:r>
              <a:rPr b="0" lang="es-CO" sz="1300" strike="noStrike" u="none">
                <a:solidFill>
                  <a:srgbClr val="000000"/>
                </a:solidFill>
                <a:effectLst/>
                <a:uFillTx/>
                <a:latin typeface="Arial"/>
              </a:rPr>
              <a:t>Pulse para editar el formato de texto del esquema</a:t>
            </a:r>
            <a:endParaRPr b="0" lang="es-CO"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CO" sz="1300" strike="noStrike" u="none">
                <a:solidFill>
                  <a:srgbClr val="000000"/>
                </a:solidFill>
                <a:effectLst/>
                <a:uFillTx/>
                <a:latin typeface="Arial"/>
              </a:rPr>
              <a:t>Segundo nivel del esquema</a:t>
            </a:r>
            <a:endParaRPr b="0" lang="es-CO"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CO" sz="1300" strike="noStrike" u="none">
                <a:solidFill>
                  <a:srgbClr val="000000"/>
                </a:solidFill>
                <a:effectLst/>
                <a:uFillTx/>
                <a:latin typeface="Arial"/>
              </a:rPr>
              <a:t>Tercer nivel del esquema</a:t>
            </a:r>
            <a:endParaRPr b="0" lang="es-CO"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CO" sz="1300" strike="noStrike" u="none">
                <a:solidFill>
                  <a:srgbClr val="000000"/>
                </a:solidFill>
                <a:effectLst/>
                <a:uFillTx/>
                <a:latin typeface="Arial"/>
              </a:rPr>
              <a:t>Cuarto nivel del esquema</a:t>
            </a:r>
            <a:endParaRPr b="0" lang="es-CO"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Quinto nivel del esquema</a:t>
            </a:r>
            <a:endParaRPr b="0" lang="es-CO"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Sexto nivel del esquema</a:t>
            </a:r>
            <a:endParaRPr b="0" lang="es-CO"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CO" sz="1300" strike="noStrike" u="none">
                <a:solidFill>
                  <a:srgbClr val="000000"/>
                </a:solidFill>
                <a:effectLst/>
                <a:uFillTx/>
                <a:latin typeface="Arial"/>
              </a:rPr>
              <a:t>Séptimo nivel del esquema</a:t>
            </a:r>
            <a:endParaRPr b="0" lang="es-CO" sz="1300" strike="noStrike" u="none">
              <a:solidFill>
                <a:srgbClr val="000000"/>
              </a:solidFill>
              <a:effectLst/>
              <a:uFillTx/>
              <a:latin typeface="Arial"/>
            </a:endParaRPr>
          </a:p>
        </p:txBody>
      </p:sp>
      <p:sp>
        <p:nvSpPr>
          <p:cNvPr id="74" name="PlaceHolder 2"/>
          <p:cNvSpPr>
            <a:spLocks noGrp="1"/>
          </p:cNvSpPr>
          <p:nvPr>
            <p:ph type="sldNum" idx="15"/>
          </p:nvPr>
        </p:nvSpPr>
        <p:spPr>
          <a:xfrm>
            <a:off x="8536320" y="47498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trike="noStrike" u="none">
                <a:solidFill>
                  <a:schemeClr val="accent1"/>
                </a:solidFill>
                <a:effectLst/>
                <a:uFillTx/>
                <a:latin typeface="Lato"/>
                <a:ea typeface="Lato"/>
              </a:defRPr>
            </a:lvl1pPr>
          </a:lstStyle>
          <a:p>
            <a:pPr indent="0" algn="r">
              <a:lnSpc>
                <a:spcPct val="100000"/>
              </a:lnSpc>
              <a:buNone/>
              <a:tabLst>
                <a:tab algn="l" pos="0"/>
              </a:tabLst>
            </a:pPr>
            <a:fld id="{336A8A1E-F8FF-4B87-BE7B-ABE5AE71F062}" type="slidenum">
              <a:rPr b="0" lang="es" sz="1000" strike="noStrike" u="none">
                <a:solidFill>
                  <a:schemeClr val="accent1"/>
                </a:solidFill>
                <a:effectLst/>
                <a:uFillTx/>
                <a:latin typeface="Lato"/>
                <a:ea typeface="Lato"/>
              </a:rPr>
              <a:t>&lt;número&gt;</a:t>
            </a:fld>
            <a:endParaRPr b="0" lang="es-CO" sz="10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6" r:id="rId2"/>
    <p:sldLayoutId id="2147483657" r:id="rId3"/>
    <p:sldLayoutId id="2147483658"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2"/>
    <p:sldLayoutId id="2147483661" r:id="rId3"/>
    <p:sldLayoutId id="2147483662" r:id="rId4"/>
    <p:sldLayoutId id="2147483663"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png"/><Relationship Id="rId3" Type="http://schemas.openxmlformats.org/officeDocument/2006/relationships/slideLayout" Target="../slideLayouts/slideLayout1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729360" y="1322280"/>
            <a:ext cx="7687800" cy="1664280"/>
          </a:xfrm>
          <a:prstGeom prst="rect">
            <a:avLst/>
          </a:prstGeom>
          <a:noFill/>
          <a:ln w="0">
            <a:noFill/>
          </a:ln>
        </p:spPr>
        <p:txBody>
          <a:bodyPr lIns="91440" rIns="91440" tIns="91440" bIns="91440" anchor="t">
            <a:noAutofit/>
          </a:bodyPr>
          <a:p>
            <a:pPr indent="0">
              <a:lnSpc>
                <a:spcPct val="100000"/>
              </a:lnSpc>
              <a:buNone/>
              <a:tabLst>
                <a:tab algn="l" pos="0"/>
              </a:tabLst>
            </a:pPr>
            <a:r>
              <a:rPr b="1" lang="es" sz="2880" strike="noStrike" u="none">
                <a:solidFill>
                  <a:schemeClr val="dk2"/>
                </a:solidFill>
                <a:effectLst/>
                <a:uFillTx/>
                <a:latin typeface="Lato"/>
                <a:ea typeface="Lato"/>
              </a:rPr>
              <a:t>[TLP] Funciones SISO </a:t>
            </a:r>
            <a:endParaRPr b="0" lang="es-CO" sz="2880" strike="noStrike" u="none">
              <a:solidFill>
                <a:srgbClr val="000000"/>
              </a:solidFill>
              <a:effectLst/>
              <a:uFillTx/>
              <a:latin typeface="Arial"/>
            </a:endParaRPr>
          </a:p>
        </p:txBody>
      </p:sp>
      <p:sp>
        <p:nvSpPr>
          <p:cNvPr id="76" name="PlaceHolder 2"/>
          <p:cNvSpPr>
            <a:spLocks noGrp="1"/>
          </p:cNvSpPr>
          <p:nvPr>
            <p:ph type="subTitle"/>
          </p:nvPr>
        </p:nvSpPr>
        <p:spPr>
          <a:xfrm>
            <a:off x="729720" y="2987280"/>
            <a:ext cx="7687800" cy="1955160"/>
          </a:xfrm>
          <a:prstGeom prst="rect">
            <a:avLst/>
          </a:prstGeom>
          <a:noFill/>
          <a:ln w="0">
            <a:noFill/>
          </a:ln>
        </p:spPr>
        <p:txBody>
          <a:bodyPr lIns="91440" rIns="91440" tIns="91440" bIns="91440" anchor="t">
            <a:normAutofit fontScale="70000" lnSpcReduction="19999"/>
          </a:bodyPr>
          <a:p>
            <a:pPr indent="0" algn="ctr">
              <a:lnSpc>
                <a:spcPct val="115000"/>
              </a:lnSpc>
              <a:buNone/>
              <a:tabLst>
                <a:tab algn="l" pos="0"/>
              </a:tabLst>
            </a:pPr>
            <a:endParaRPr b="0" lang="es-CO" sz="3060" strike="noStrike" u="none">
              <a:solidFill>
                <a:srgbClr val="000000"/>
              </a:solidFill>
              <a:effectLst/>
              <a:uFillTx/>
              <a:latin typeface="Arial"/>
            </a:endParaRPr>
          </a:p>
          <a:p>
            <a:pPr indent="0">
              <a:lnSpc>
                <a:spcPct val="115000"/>
              </a:lnSpc>
              <a:buNone/>
              <a:tabLst>
                <a:tab algn="l" pos="0"/>
              </a:tabLst>
            </a:pPr>
            <a:endParaRPr b="0" lang="es-CO" sz="2200" strike="noStrike" u="none">
              <a:solidFill>
                <a:srgbClr val="000000"/>
              </a:solidFill>
              <a:effectLst/>
              <a:uFillTx/>
              <a:latin typeface="Arial"/>
            </a:endParaRPr>
          </a:p>
          <a:p>
            <a:pPr indent="0">
              <a:lnSpc>
                <a:spcPct val="115000"/>
              </a:lnSpc>
              <a:buNone/>
              <a:tabLst>
                <a:tab algn="l" pos="0"/>
              </a:tabLst>
            </a:pPr>
            <a:r>
              <a:rPr b="0" lang="es" sz="2200" strike="noStrike" u="none">
                <a:solidFill>
                  <a:schemeClr val="dk2"/>
                </a:solidFill>
                <a:effectLst/>
                <a:uFillTx/>
                <a:latin typeface="Lato"/>
                <a:ea typeface="Lato"/>
              </a:rPr>
              <a:t>Fernán A. Villa-Garzón.</a:t>
            </a:r>
            <a:r>
              <a:rPr b="0" lang="es" sz="2200" strike="noStrike" u="none">
                <a:solidFill>
                  <a:schemeClr val="dk2"/>
                </a:solidFill>
                <a:effectLst/>
                <a:uFillTx/>
                <a:latin typeface="Lato"/>
                <a:ea typeface="Lato"/>
              </a:rPr>
              <a:t>	</a:t>
            </a:r>
            <a:r>
              <a:rPr b="0" lang="es" sz="2200" strike="noStrike" u="none">
                <a:solidFill>
                  <a:schemeClr val="dk2"/>
                </a:solidFill>
                <a:effectLst/>
                <a:uFillTx/>
                <a:latin typeface="Lato"/>
                <a:ea typeface="Lato"/>
              </a:rPr>
              <a:t>	</a:t>
            </a:r>
            <a:endParaRPr b="0" lang="es-CO" sz="2200" strike="noStrike" u="none">
              <a:solidFill>
                <a:srgbClr val="000000"/>
              </a:solidFill>
              <a:effectLst/>
              <a:uFillTx/>
              <a:latin typeface="Arial"/>
            </a:endParaRPr>
          </a:p>
          <a:p>
            <a:pPr indent="0">
              <a:lnSpc>
                <a:spcPct val="115000"/>
              </a:lnSpc>
              <a:buNone/>
              <a:tabLst>
                <a:tab algn="l" pos="0"/>
              </a:tabLst>
            </a:pPr>
            <a:r>
              <a:rPr b="0" lang="es" sz="2200" strike="noStrike" u="none">
                <a:solidFill>
                  <a:schemeClr val="dk2"/>
                </a:solidFill>
                <a:effectLst/>
                <a:uFillTx/>
                <a:latin typeface="Lato"/>
                <a:ea typeface="Lato"/>
              </a:rPr>
              <a:t>favillao@unal.edu.co </a:t>
            </a:r>
            <a:r>
              <a:rPr b="0" lang="es" sz="2200" strike="noStrike" u="none">
                <a:solidFill>
                  <a:schemeClr val="dk2"/>
                </a:solidFill>
                <a:effectLst/>
                <a:uFillTx/>
                <a:latin typeface="Lato"/>
                <a:ea typeface="Lato"/>
              </a:rPr>
              <a:t>	</a:t>
            </a:r>
            <a:r>
              <a:rPr b="0" lang="es" sz="2200" strike="noStrike" u="none">
                <a:solidFill>
                  <a:schemeClr val="dk2"/>
                </a:solidFill>
                <a:effectLst/>
                <a:uFillTx/>
                <a:latin typeface="Lato"/>
                <a:ea typeface="Lato"/>
              </a:rPr>
              <a:t>	</a:t>
            </a:r>
            <a:r>
              <a:rPr b="0" lang="es" sz="2200" strike="noStrike" u="none">
                <a:solidFill>
                  <a:schemeClr val="dk2"/>
                </a:solidFill>
                <a:effectLst/>
                <a:uFillTx/>
                <a:latin typeface="Lato"/>
                <a:ea typeface="Lato"/>
              </a:rPr>
              <a:t> </a:t>
            </a:r>
            <a:endParaRPr b="0" lang="es-CO" sz="2200" strike="noStrike" u="none">
              <a:solidFill>
                <a:srgbClr val="000000"/>
              </a:solidFill>
              <a:effectLst/>
              <a:uFillTx/>
              <a:latin typeface="Arial"/>
            </a:endParaRPr>
          </a:p>
          <a:p>
            <a:pPr indent="0">
              <a:lnSpc>
                <a:spcPct val="115000"/>
              </a:lnSpc>
              <a:buNone/>
              <a:tabLst>
                <a:tab algn="l" pos="0"/>
              </a:tabLst>
            </a:pPr>
            <a:r>
              <a:rPr b="0" lang="es" sz="2200" strike="noStrike" u="none">
                <a:solidFill>
                  <a:schemeClr val="dk2"/>
                </a:solidFill>
                <a:effectLst/>
                <a:uFillTx/>
                <a:latin typeface="Lato"/>
                <a:ea typeface="Lato"/>
              </a:rPr>
              <a:t>Profesor Asociado</a:t>
            </a:r>
            <a:r>
              <a:rPr b="0" lang="es" sz="2200" strike="noStrike" u="none">
                <a:solidFill>
                  <a:schemeClr val="dk2"/>
                </a:solidFill>
                <a:effectLst/>
                <a:uFillTx/>
                <a:latin typeface="Lato"/>
                <a:ea typeface="Lato"/>
              </a:rPr>
              <a:t>	</a:t>
            </a:r>
            <a:r>
              <a:rPr b="0" lang="es" sz="2200" strike="noStrike" u="none">
                <a:solidFill>
                  <a:schemeClr val="dk2"/>
                </a:solidFill>
                <a:effectLst/>
                <a:uFillTx/>
                <a:latin typeface="Lato"/>
                <a:ea typeface="Lato"/>
              </a:rPr>
              <a:t>	</a:t>
            </a:r>
            <a:endParaRPr b="0" lang="es-CO" sz="2200" strike="noStrike" u="none">
              <a:solidFill>
                <a:srgbClr val="000000"/>
              </a:solidFill>
              <a:effectLst/>
              <a:uFillTx/>
              <a:latin typeface="Arial"/>
            </a:endParaRPr>
          </a:p>
          <a:p>
            <a:pPr indent="0">
              <a:lnSpc>
                <a:spcPct val="115000"/>
              </a:lnSpc>
              <a:buNone/>
              <a:tabLst>
                <a:tab algn="l" pos="0"/>
              </a:tabLst>
            </a:pPr>
            <a:endParaRPr b="0" lang="es-CO" sz="2200" strike="noStrike" u="none">
              <a:solidFill>
                <a:srgbClr val="000000"/>
              </a:solidFill>
              <a:effectLst/>
              <a:uFillTx/>
              <a:latin typeface="Arial"/>
            </a:endParaRPr>
          </a:p>
          <a:p>
            <a:pPr indent="0">
              <a:lnSpc>
                <a:spcPct val="115000"/>
              </a:lnSpc>
              <a:buNone/>
              <a:tabLst>
                <a:tab algn="l" pos="0"/>
              </a:tabLst>
            </a:pPr>
            <a:r>
              <a:rPr b="0" lang="es" sz="2200" strike="noStrike" u="none">
                <a:solidFill>
                  <a:schemeClr val="dk2"/>
                </a:solidFill>
                <a:effectLst/>
                <a:uFillTx/>
                <a:latin typeface="Lato"/>
                <a:ea typeface="Lato"/>
              </a:rPr>
              <a:t>Asesoría, por favor Agendar por Google Calendar.</a:t>
            </a:r>
            <a:endParaRPr b="0" lang="es-CO"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0520" y="703440"/>
            <a:ext cx="7827120" cy="487440"/>
          </a:xfrm>
          <a:prstGeom prst="rect">
            <a:avLst/>
          </a:prstGeom>
          <a:noFill/>
          <a:ln w="0">
            <a:noFill/>
          </a:ln>
        </p:spPr>
        <p:txBody>
          <a:bodyPr lIns="91440" rIns="91440" tIns="91440" bIns="91440" anchor="t">
            <a:normAutofit fontScale="92500" lnSpcReduction="19999"/>
          </a:bodyPr>
          <a:p>
            <a:pPr indent="0">
              <a:lnSpc>
                <a:spcPct val="100000"/>
              </a:lnSpc>
              <a:buNone/>
              <a:tabLst>
                <a:tab algn="l" pos="0"/>
              </a:tabLst>
            </a:pPr>
            <a:r>
              <a:rPr b="1" lang="es" sz="2600" strike="noStrike" u="none">
                <a:solidFill>
                  <a:schemeClr val="dk2"/>
                </a:solidFill>
                <a:effectLst/>
                <a:uFillTx/>
                <a:latin typeface="Raleway"/>
                <a:ea typeface="Raleway"/>
              </a:rPr>
              <a:t>Agenda</a:t>
            </a:r>
            <a:endParaRPr b="0" lang="es-CO" sz="2600" strike="noStrike" u="none">
              <a:solidFill>
                <a:srgbClr val="000000"/>
              </a:solidFill>
              <a:effectLst/>
              <a:uFillTx/>
              <a:latin typeface="Arial"/>
            </a:endParaRPr>
          </a:p>
        </p:txBody>
      </p:sp>
      <p:sp>
        <p:nvSpPr>
          <p:cNvPr id="78" name="PlaceHolder 2"/>
          <p:cNvSpPr>
            <a:spLocks noGrp="1"/>
          </p:cNvSpPr>
          <p:nvPr>
            <p:ph/>
          </p:nvPr>
        </p:nvSpPr>
        <p:spPr>
          <a:xfrm>
            <a:off x="721080" y="1236960"/>
            <a:ext cx="4680720" cy="3141720"/>
          </a:xfrm>
          <a:prstGeom prst="rect">
            <a:avLst/>
          </a:prstGeom>
          <a:noFill/>
          <a:ln w="0">
            <a:noFill/>
          </a:ln>
        </p:spPr>
        <p:txBody>
          <a:bodyPr lIns="91440" rIns="91440" tIns="91440" bIns="91440" anchor="t">
            <a:normAutofit/>
          </a:bodyPr>
          <a:p>
            <a:pPr marL="457200" indent="-311040">
              <a:lnSpc>
                <a:spcPct val="200000"/>
              </a:lnSpc>
              <a:buClr>
                <a:srgbClr val="1a1a1a"/>
              </a:buClr>
              <a:buFont typeface="Lato"/>
              <a:buAutoNum type="arabicPeriod"/>
            </a:pPr>
            <a:r>
              <a:rPr b="0" lang="es" sz="1300" strike="noStrike" u="none">
                <a:solidFill>
                  <a:schemeClr val="dk2"/>
                </a:solidFill>
                <a:effectLst/>
                <a:uFillTx/>
                <a:latin typeface="Lato"/>
                <a:ea typeface="Lato"/>
              </a:rPr>
              <a:t>Funciones SISO</a:t>
            </a:r>
            <a:endParaRPr b="0" lang="es-CO" sz="1300" strike="noStrike" u="none">
              <a:solidFill>
                <a:srgbClr val="000000"/>
              </a:solidFill>
              <a:effectLst/>
              <a:uFillTx/>
              <a:latin typeface="Arial"/>
            </a:endParaRPr>
          </a:p>
          <a:p>
            <a:pPr marL="457200" indent="-311040">
              <a:lnSpc>
                <a:spcPct val="200000"/>
              </a:lnSpc>
              <a:buClr>
                <a:srgbClr val="1a1a1a"/>
              </a:buClr>
              <a:buFont typeface="Lato"/>
              <a:buAutoNum type="arabicPeriod"/>
            </a:pPr>
            <a:r>
              <a:rPr b="0" lang="es" sz="1300" strike="noStrike" u="none">
                <a:solidFill>
                  <a:schemeClr val="dk2"/>
                </a:solidFill>
                <a:effectLst/>
                <a:uFillTx/>
                <a:latin typeface="Lato"/>
                <a:ea typeface="Lato"/>
              </a:rPr>
              <a:t>Nuevas Fechas de entrega:</a:t>
            </a:r>
            <a:endParaRPr b="0" lang="es-CO" sz="1300" strike="noStrike" u="none">
              <a:solidFill>
                <a:srgbClr val="000000"/>
              </a:solidFill>
              <a:effectLst/>
              <a:uFillTx/>
              <a:latin typeface="Arial"/>
            </a:endParaRPr>
          </a:p>
          <a:p>
            <a:pPr lvl="1" marL="914400" indent="-298440">
              <a:lnSpc>
                <a:spcPct val="200000"/>
              </a:lnSpc>
              <a:buClr>
                <a:srgbClr val="1a1a1a"/>
              </a:buClr>
              <a:buFont typeface="Lato"/>
              <a:buAutoNum type="alphaLcPeriod"/>
            </a:pPr>
            <a:r>
              <a:rPr b="0" lang="es" sz="1100" strike="noStrike" u="none">
                <a:solidFill>
                  <a:schemeClr val="dk2"/>
                </a:solidFill>
                <a:effectLst/>
                <a:uFillTx/>
                <a:latin typeface="Lato"/>
                <a:ea typeface="Lato"/>
              </a:rPr>
              <a:t>Proyecto Teórico: Marco teórico 23 de octubre</a:t>
            </a:r>
            <a:endParaRPr b="0" lang="es-CO" sz="1100" strike="noStrike" u="none">
              <a:solidFill>
                <a:srgbClr val="000000"/>
              </a:solidFill>
              <a:effectLst/>
              <a:uFillTx/>
              <a:latin typeface="Arial"/>
            </a:endParaRPr>
          </a:p>
          <a:p>
            <a:pPr lvl="1" marL="914400" indent="-298440">
              <a:lnSpc>
                <a:spcPct val="200000"/>
              </a:lnSpc>
              <a:buClr>
                <a:srgbClr val="1a1a1a"/>
              </a:buClr>
              <a:buFont typeface="Lato"/>
              <a:buAutoNum type="alphaLcPeriod"/>
            </a:pPr>
            <a:r>
              <a:rPr b="0" lang="es" sz="1100" strike="noStrike" u="none">
                <a:solidFill>
                  <a:schemeClr val="dk2"/>
                </a:solidFill>
                <a:effectLst/>
                <a:uFillTx/>
                <a:latin typeface="Lato"/>
                <a:ea typeface="Lato"/>
              </a:rPr>
              <a:t>Proyecto Práctico: primera entrega 23 de octubre</a:t>
            </a:r>
            <a:endParaRPr b="0" lang="es-CO" sz="1100" strike="noStrike" u="none">
              <a:solidFill>
                <a:srgbClr val="000000"/>
              </a:solidFill>
              <a:effectLst/>
              <a:uFillTx/>
              <a:latin typeface="Arial"/>
            </a:endParaRPr>
          </a:p>
          <a:p>
            <a:pPr marL="457200" indent="-311040">
              <a:lnSpc>
                <a:spcPct val="200000"/>
              </a:lnSpc>
              <a:buClr>
                <a:srgbClr val="1a1a1a"/>
              </a:buClr>
              <a:buFont typeface="Lato"/>
              <a:buAutoNum type="arabicPeriod"/>
            </a:pPr>
            <a:r>
              <a:rPr b="0" lang="es" sz="1300" strike="noStrike" u="none">
                <a:solidFill>
                  <a:schemeClr val="dk2"/>
                </a:solidFill>
                <a:effectLst/>
                <a:uFillTx/>
                <a:latin typeface="Lato"/>
                <a:ea typeface="Lato"/>
              </a:rPr>
              <a:t>Revisemos el Proyecto Práctico, segunda entrega.</a:t>
            </a:r>
            <a:endParaRPr b="0" lang="es-CO" sz="1300" strike="noStrike" u="none">
              <a:solidFill>
                <a:srgbClr val="000000"/>
              </a:solidFill>
              <a:effectLst/>
              <a:uFillTx/>
              <a:latin typeface="Arial"/>
            </a:endParaRPr>
          </a:p>
          <a:p>
            <a:pPr indent="0">
              <a:lnSpc>
                <a:spcPct val="200000"/>
              </a:lnSpc>
              <a:spcBef>
                <a:spcPts val="1199"/>
              </a:spcBef>
              <a:spcAft>
                <a:spcPts val="1199"/>
              </a:spcAft>
              <a:buNone/>
              <a:tabLst>
                <a:tab algn="l" pos="0"/>
              </a:tabLst>
            </a:pPr>
            <a:endParaRPr b="0" lang="es-CO"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p:nvPr>
        </p:nvSpPr>
        <p:spPr>
          <a:xfrm>
            <a:off x="324000" y="1008360"/>
            <a:ext cx="4103640" cy="269640"/>
          </a:xfrm>
          <a:prstGeom prst="rect">
            <a:avLst/>
          </a:prstGeom>
          <a:noFill/>
          <a:ln w="0">
            <a:noFill/>
          </a:ln>
        </p:spPr>
        <p:txBody>
          <a:bodyPr lIns="0" rIns="0" tIns="0" bIns="0" anchor="t">
            <a:noAutofit/>
          </a:bodyPr>
          <a:p>
            <a:pPr indent="0">
              <a:lnSpc>
                <a:spcPct val="90000"/>
              </a:lnSpc>
              <a:spcAft>
                <a:spcPts val="1199"/>
              </a:spcAft>
              <a:buNone/>
              <a:tabLst>
                <a:tab algn="l" pos="0"/>
              </a:tabLst>
            </a:pPr>
            <a:r>
              <a:rPr b="1" lang="es" sz="1800" strike="noStrike" u="none">
                <a:solidFill>
                  <a:schemeClr val="dk2"/>
                </a:solidFill>
                <a:effectLst/>
                <a:uFillTx/>
                <a:latin typeface="Lato"/>
                <a:ea typeface="Lato"/>
              </a:rPr>
              <a:t>Otro ejemplo</a:t>
            </a:r>
            <a:endParaRPr b="0" lang="es-CO" sz="1800" strike="noStrike" u="none">
              <a:solidFill>
                <a:srgbClr val="000000"/>
              </a:solidFill>
              <a:effectLst/>
              <a:uFillTx/>
              <a:latin typeface="Arial"/>
            </a:endParaRPr>
          </a:p>
        </p:txBody>
      </p:sp>
      <p:sp>
        <p:nvSpPr>
          <p:cNvPr id="80" name="PlaceHolder 2"/>
          <p:cNvSpPr>
            <a:spLocks noGrp="1"/>
          </p:cNvSpPr>
          <p:nvPr>
            <p:ph type="sldNum" idx="16"/>
          </p:nvPr>
        </p:nvSpPr>
        <p:spPr>
          <a:xfrm>
            <a:off x="8779680" y="4767120"/>
            <a:ext cx="277560" cy="273600"/>
          </a:xfrm>
          <a:prstGeom prst="rect">
            <a:avLst/>
          </a:prstGeom>
          <a:solidFill>
            <a:srgbClr val="f2f2f2">
              <a:alpha val="50000"/>
            </a:srgbClr>
          </a:solidFill>
          <a:ln w="0">
            <a:noFill/>
          </a:ln>
        </p:spPr>
        <p:txBody>
          <a:bodyPr lIns="0" rIns="0" tIns="0" bIns="0" anchor="ctr">
            <a:normAutofit/>
          </a:bodyPr>
          <a:lstStyle>
            <a:lvl1pPr indent="0" algn="ctr">
              <a:lnSpc>
                <a:spcPct val="100000"/>
              </a:lnSpc>
              <a:buNone/>
              <a:tabLst>
                <a:tab algn="l" pos="0"/>
              </a:tabLst>
              <a:defRPr b="0" i="1" lang="es" sz="900" strike="noStrike" u="none">
                <a:solidFill>
                  <a:schemeClr val="accent1"/>
                </a:solidFill>
                <a:effectLst/>
                <a:uFillTx/>
                <a:latin typeface="Garamond"/>
                <a:ea typeface="Garamond"/>
              </a:defRPr>
            </a:lvl1pPr>
          </a:lstStyle>
          <a:p>
            <a:pPr indent="0" algn="ctr">
              <a:lnSpc>
                <a:spcPct val="100000"/>
              </a:lnSpc>
              <a:buNone/>
              <a:tabLst>
                <a:tab algn="l" pos="0"/>
              </a:tabLst>
            </a:pPr>
            <a:fld id="{6C9D2EF2-6F07-468A-96C1-3BB95AECB8F6}" type="slidenum">
              <a:rPr b="0" i="1" lang="es" sz="900" strike="noStrike" u="none">
                <a:solidFill>
                  <a:schemeClr val="accent1"/>
                </a:solidFill>
                <a:effectLst/>
                <a:uFillTx/>
                <a:latin typeface="Garamond"/>
                <a:ea typeface="Garamond"/>
              </a:rPr>
              <a:t>3</a:t>
            </a:fld>
            <a:endParaRPr b="0" lang="es-CO" sz="900" strike="noStrike" u="none">
              <a:solidFill>
                <a:srgbClr val="000000"/>
              </a:solidFill>
              <a:effectLst/>
              <a:uFillTx/>
              <a:latin typeface="Times New Roman"/>
            </a:endParaRPr>
          </a:p>
        </p:txBody>
      </p:sp>
      <p:sp>
        <p:nvSpPr>
          <p:cNvPr id="81" name="PlaceHolder 3"/>
          <p:cNvSpPr>
            <a:spLocks noGrp="1"/>
          </p:cNvSpPr>
          <p:nvPr>
            <p:ph type="title"/>
          </p:nvPr>
        </p:nvSpPr>
        <p:spPr>
          <a:xfrm>
            <a:off x="387720" y="324000"/>
            <a:ext cx="8440920" cy="521280"/>
          </a:xfrm>
          <a:prstGeom prst="rect">
            <a:avLst/>
          </a:prstGeom>
          <a:solidFill>
            <a:srgbClr val="f2f2f2">
              <a:alpha val="50000"/>
            </a:srgbClr>
          </a:solidFill>
          <a:ln w="0">
            <a:noFill/>
          </a:ln>
        </p:spPr>
        <p:txBody>
          <a:bodyPr lIns="135000" rIns="0" tIns="0" bIns="0" anchor="ctr">
            <a:noAutofit/>
          </a:bodyPr>
          <a:p>
            <a:pPr indent="0">
              <a:lnSpc>
                <a:spcPct val="90000"/>
              </a:lnSpc>
              <a:buNone/>
              <a:tabLst>
                <a:tab algn="l" pos="0"/>
              </a:tabLst>
            </a:pPr>
            <a:r>
              <a:rPr b="1" lang="es" sz="2800" strike="noStrike" u="none">
                <a:solidFill>
                  <a:schemeClr val="dk2"/>
                </a:solidFill>
                <a:effectLst/>
                <a:uFillTx/>
                <a:latin typeface="Raleway"/>
                <a:ea typeface="Raleway"/>
              </a:rPr>
              <a:t>SISO (String In, String Out)</a:t>
            </a:r>
            <a:endParaRPr b="0" lang="es-CO" sz="2800" strike="noStrike" u="none">
              <a:solidFill>
                <a:srgbClr val="000000"/>
              </a:solidFill>
              <a:effectLst/>
              <a:uFillTx/>
              <a:latin typeface="Arial"/>
            </a:endParaRPr>
          </a:p>
        </p:txBody>
      </p:sp>
      <p:sp>
        <p:nvSpPr>
          <p:cNvPr id="82" name="PlaceHolder 4"/>
          <p:cNvSpPr>
            <a:spLocks noGrp="1"/>
          </p:cNvSpPr>
          <p:nvPr>
            <p:ph/>
          </p:nvPr>
        </p:nvSpPr>
        <p:spPr>
          <a:xfrm>
            <a:off x="4716000" y="1008360"/>
            <a:ext cx="4112640" cy="269640"/>
          </a:xfrm>
          <a:prstGeom prst="rect">
            <a:avLst/>
          </a:prstGeom>
          <a:noFill/>
          <a:ln w="0">
            <a:noFill/>
          </a:ln>
        </p:spPr>
        <p:txBody>
          <a:bodyPr lIns="0" rIns="0" tIns="0" bIns="0" anchor="t">
            <a:noAutofit/>
          </a:bodyPr>
          <a:p>
            <a:pPr indent="0">
              <a:lnSpc>
                <a:spcPct val="90000"/>
              </a:lnSpc>
              <a:spcAft>
                <a:spcPts val="1199"/>
              </a:spcAft>
              <a:buNone/>
              <a:tabLst>
                <a:tab algn="l" pos="0"/>
              </a:tabLst>
            </a:pPr>
            <a:r>
              <a:rPr b="1" lang="es" sz="1800" strike="noStrike" u="none">
                <a:solidFill>
                  <a:schemeClr val="dk2"/>
                </a:solidFill>
                <a:effectLst/>
                <a:uFillTx/>
                <a:latin typeface="Lato"/>
                <a:ea typeface="Lato"/>
              </a:rPr>
              <a:t>Definiciones</a:t>
            </a:r>
            <a:endParaRPr b="0" lang="es-CO" sz="1800" strike="noStrike" u="none">
              <a:solidFill>
                <a:srgbClr val="000000"/>
              </a:solidFill>
              <a:effectLst/>
              <a:uFillTx/>
              <a:latin typeface="Arial"/>
            </a:endParaRPr>
          </a:p>
        </p:txBody>
      </p:sp>
      <p:sp>
        <p:nvSpPr>
          <p:cNvPr id="83" name="PlaceHolder 5"/>
          <p:cNvSpPr>
            <a:spLocks noGrp="1"/>
          </p:cNvSpPr>
          <p:nvPr>
            <p:ph/>
          </p:nvPr>
        </p:nvSpPr>
        <p:spPr>
          <a:xfrm>
            <a:off x="4716000" y="1441440"/>
            <a:ext cx="4112640" cy="3148560"/>
          </a:xfrm>
          <a:prstGeom prst="rect">
            <a:avLst/>
          </a:prstGeom>
          <a:noFill/>
          <a:ln w="0">
            <a:noFill/>
          </a:ln>
        </p:spPr>
        <p:txBody>
          <a:bodyPr lIns="0" rIns="0" tIns="0" bIns="0" anchor="t">
            <a:noAutofit/>
          </a:bodyPr>
          <a:p>
            <a:pPr marL="203040" indent="-203040">
              <a:lnSpc>
                <a:spcPct val="150000"/>
              </a:lnSpc>
              <a:buClr>
                <a:srgbClr val="1a1a1a"/>
              </a:buClr>
              <a:buFont typeface="Lato"/>
              <a:buChar char="●"/>
            </a:pPr>
            <a:r>
              <a:rPr b="0" lang="es" sz="1200" strike="noStrike" u="none">
                <a:solidFill>
                  <a:schemeClr val="dk2"/>
                </a:solidFill>
                <a:effectLst/>
                <a:uFillTx/>
                <a:latin typeface="Lato"/>
                <a:ea typeface="Lato"/>
              </a:rPr>
              <a:t>La “función principal” de un </a:t>
            </a:r>
            <a:r>
              <a:rPr b="0" lang="es" sz="1200" strike="noStrike" u="none">
                <a:solidFill>
                  <a:schemeClr val="dk2"/>
                </a:solidFill>
                <a:effectLst/>
                <a:uFillTx/>
                <a:latin typeface="Lato"/>
                <a:ea typeface="Lato"/>
              </a:rPr>
              <a:t>programa python será la </a:t>
            </a:r>
            <a:r>
              <a:rPr b="0" lang="es" sz="1200" strike="noStrike" u="none">
                <a:solidFill>
                  <a:schemeClr val="dk2"/>
                </a:solidFill>
                <a:effectLst/>
                <a:uFillTx/>
                <a:latin typeface="Lato"/>
                <a:ea typeface="Lato"/>
              </a:rPr>
              <a:t>primera, en caso de no ser </a:t>
            </a:r>
            <a:r>
              <a:rPr b="0" lang="es" sz="1200" strike="noStrike" u="none">
                <a:solidFill>
                  <a:schemeClr val="dk2"/>
                </a:solidFill>
                <a:effectLst/>
                <a:uFillTx/>
                <a:latin typeface="Lato"/>
                <a:ea typeface="Lato"/>
              </a:rPr>
              <a:t>especificada en “__main__”</a:t>
            </a:r>
            <a:endParaRPr b="0" lang="es-CO" sz="12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200" strike="noStrike" u="none">
                <a:solidFill>
                  <a:schemeClr val="dk2"/>
                </a:solidFill>
                <a:effectLst/>
                <a:uFillTx/>
                <a:latin typeface="Lato"/>
                <a:ea typeface="Lato"/>
              </a:rPr>
              <a:t>Un se considera un programa </a:t>
            </a:r>
            <a:r>
              <a:rPr b="0" lang="es" sz="1200" strike="noStrike" u="none">
                <a:solidFill>
                  <a:schemeClr val="dk2"/>
                </a:solidFill>
                <a:effectLst/>
                <a:uFillTx/>
                <a:latin typeface="Lato"/>
                <a:ea typeface="Lato"/>
              </a:rPr>
              <a:t>Python un solo archivo .py</a:t>
            </a:r>
            <a:endParaRPr b="0" lang="es-CO" sz="12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200" strike="noStrike" u="none">
                <a:solidFill>
                  <a:schemeClr val="dk2"/>
                </a:solidFill>
                <a:effectLst/>
                <a:uFillTx/>
                <a:latin typeface="Lato"/>
                <a:ea typeface="Lato"/>
              </a:rPr>
              <a:t>Un archivo .py puede tener </a:t>
            </a:r>
            <a:r>
              <a:rPr b="0" lang="es" sz="1200" strike="noStrike" u="none">
                <a:solidFill>
                  <a:schemeClr val="dk2"/>
                </a:solidFill>
                <a:effectLst/>
                <a:uFillTx/>
                <a:latin typeface="Lato"/>
                <a:ea typeface="Lato"/>
              </a:rPr>
              <a:t>muchas funciones,</a:t>
            </a:r>
            <a:endParaRPr b="0" lang="es-CO" sz="12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200" strike="noStrike" u="none">
                <a:solidFill>
                  <a:schemeClr val="dk2"/>
                </a:solidFill>
                <a:effectLst/>
                <a:uFillTx/>
                <a:latin typeface="Lato"/>
                <a:ea typeface="Lato"/>
              </a:rPr>
              <a:t>La función principal se </a:t>
            </a:r>
            <a:r>
              <a:rPr b="0" lang="es" sz="1200" strike="noStrike" u="none">
                <a:solidFill>
                  <a:schemeClr val="dk2"/>
                </a:solidFill>
                <a:effectLst/>
                <a:uFillTx/>
                <a:latin typeface="Lato"/>
                <a:ea typeface="Lato"/>
              </a:rPr>
              <a:t>recomienda que sea </a:t>
            </a:r>
            <a:r>
              <a:rPr b="1" lang="es" sz="1200" strike="noStrike" u="none">
                <a:solidFill>
                  <a:schemeClr val="dk2"/>
                </a:solidFill>
                <a:effectLst/>
                <a:uFillTx/>
                <a:latin typeface="Lato"/>
                <a:ea typeface="Lato"/>
              </a:rPr>
              <a:t>SISO </a:t>
            </a:r>
            <a:r>
              <a:rPr b="1" lang="es" sz="1200" strike="noStrike" u="none">
                <a:solidFill>
                  <a:schemeClr val="dk2"/>
                </a:solidFill>
                <a:effectLst/>
                <a:uFillTx/>
                <a:latin typeface="Lato"/>
                <a:ea typeface="Lato"/>
              </a:rPr>
              <a:t>Python Program</a:t>
            </a:r>
            <a:r>
              <a:rPr b="0" lang="es" sz="1200" strike="noStrike" u="none">
                <a:solidFill>
                  <a:schemeClr val="dk2"/>
                </a:solidFill>
                <a:effectLst/>
                <a:uFillTx/>
                <a:latin typeface="Lato"/>
                <a:ea typeface="Lato"/>
              </a:rPr>
              <a:t>, cuando el </a:t>
            </a:r>
            <a:r>
              <a:rPr b="0" lang="es" sz="1200" strike="noStrike" u="none">
                <a:solidFill>
                  <a:schemeClr val="dk2"/>
                </a:solidFill>
                <a:effectLst/>
                <a:uFillTx/>
                <a:latin typeface="Lato"/>
                <a:ea typeface="Lato"/>
              </a:rPr>
              <a:t>programa principal debe </a:t>
            </a:r>
            <a:r>
              <a:rPr b="0" lang="es" sz="1200" strike="noStrike" u="none">
                <a:solidFill>
                  <a:schemeClr val="dk2"/>
                </a:solidFill>
                <a:effectLst/>
                <a:uFillTx/>
                <a:latin typeface="Lato"/>
                <a:ea typeface="Lato"/>
              </a:rPr>
              <a:t>mostrar algo en consola esto se </a:t>
            </a:r>
            <a:r>
              <a:rPr b="0" lang="es" sz="1200" strike="noStrike" u="none">
                <a:solidFill>
                  <a:schemeClr val="dk2"/>
                </a:solidFill>
                <a:effectLst/>
                <a:uFillTx/>
                <a:latin typeface="Lato"/>
                <a:ea typeface="Lato"/>
              </a:rPr>
              <a:t>debe entregar en texto.</a:t>
            </a:r>
            <a:endParaRPr b="0" lang="es-CO" sz="12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200" strike="noStrike" u="none">
                <a:solidFill>
                  <a:schemeClr val="dk2"/>
                </a:solidFill>
                <a:effectLst/>
                <a:uFillTx/>
                <a:latin typeface="Lato"/>
                <a:ea typeface="Lato"/>
              </a:rPr>
              <a:t>Si es numérico se convierte a </a:t>
            </a:r>
            <a:r>
              <a:rPr b="0" lang="es" sz="1200" strike="noStrike" u="none">
                <a:solidFill>
                  <a:schemeClr val="dk2"/>
                </a:solidFill>
                <a:effectLst/>
                <a:uFillTx/>
                <a:latin typeface="Lato"/>
                <a:ea typeface="Lato"/>
              </a:rPr>
              <a:t>texto.</a:t>
            </a:r>
            <a:endParaRPr b="0" lang="es-CO" sz="1200" strike="noStrike" u="none">
              <a:solidFill>
                <a:srgbClr val="000000"/>
              </a:solidFill>
              <a:effectLst/>
              <a:uFillTx/>
              <a:latin typeface="Arial"/>
            </a:endParaRPr>
          </a:p>
          <a:p>
            <a:pPr marL="203040" indent="-203040">
              <a:lnSpc>
                <a:spcPct val="150000"/>
              </a:lnSpc>
              <a:spcBef>
                <a:spcPts val="799"/>
              </a:spcBef>
              <a:spcAft>
                <a:spcPts val="1199"/>
              </a:spcAft>
              <a:buClr>
                <a:srgbClr val="1a1a1a"/>
              </a:buClr>
              <a:buFont typeface="Lato"/>
              <a:buChar char="●"/>
            </a:pPr>
            <a:r>
              <a:rPr b="1" lang="es" sz="1200" strike="noStrike" u="none">
                <a:solidFill>
                  <a:srgbClr val="ff0000"/>
                </a:solidFill>
                <a:effectLst/>
                <a:uFillTx/>
                <a:latin typeface="Lato"/>
                <a:ea typeface="Lato"/>
              </a:rPr>
              <a:t>C es un computador teórico </a:t>
            </a:r>
            <a:r>
              <a:rPr b="0" lang="es" sz="1200" strike="noStrike" u="none">
                <a:solidFill>
                  <a:schemeClr val="dk2"/>
                </a:solidFill>
                <a:effectLst/>
                <a:uFillTx/>
                <a:latin typeface="Lato"/>
                <a:ea typeface="Lato"/>
              </a:rPr>
              <a:t>de referencia (con RAM, </a:t>
            </a:r>
            <a:r>
              <a:rPr b="0" lang="es" sz="1200" strike="noStrike" u="none">
                <a:solidFill>
                  <a:schemeClr val="dk2"/>
                </a:solidFill>
                <a:effectLst/>
                <a:uFillTx/>
                <a:latin typeface="Lato"/>
                <a:ea typeface="Lato"/>
              </a:rPr>
              <a:t>Procesador, Sistema Operativo, </a:t>
            </a:r>
            <a:r>
              <a:rPr b="0" lang="es" sz="1200" strike="noStrike" u="none">
                <a:solidFill>
                  <a:schemeClr val="dk2"/>
                </a:solidFill>
                <a:effectLst/>
                <a:uFillTx/>
                <a:latin typeface="Lato"/>
                <a:ea typeface="Lato"/>
              </a:rPr>
              <a:t>Etc.)</a:t>
            </a:r>
            <a:endParaRPr b="0" lang="es-CO" sz="1200" strike="noStrike" u="none">
              <a:solidFill>
                <a:srgbClr val="000000"/>
              </a:solidFill>
              <a:effectLst/>
              <a:uFillTx/>
              <a:latin typeface="Arial"/>
            </a:endParaRPr>
          </a:p>
        </p:txBody>
      </p:sp>
      <p:sp>
        <p:nvSpPr>
          <p:cNvPr id="84" name="PlaceHolder 6"/>
          <p:cNvSpPr>
            <a:spLocks noGrp="1"/>
          </p:cNvSpPr>
          <p:nvPr>
            <p:ph/>
          </p:nvPr>
        </p:nvSpPr>
        <p:spPr>
          <a:xfrm>
            <a:off x="324000" y="1441440"/>
            <a:ext cx="4103640" cy="3148560"/>
          </a:xfrm>
          <a:prstGeom prst="rect">
            <a:avLst/>
          </a:prstGeom>
          <a:noFill/>
          <a:ln w="0">
            <a:noFill/>
          </a:ln>
        </p:spPr>
        <p:txBody>
          <a:bodyPr lIns="0" rIns="0" tIns="0" bIns="0" anchor="t">
            <a:noAutofit/>
          </a:bodyPr>
          <a:p>
            <a:pPr indent="0">
              <a:spcBef>
                <a:spcPts val="1417"/>
              </a:spcBef>
              <a:buNone/>
            </a:pPr>
            <a:endParaRPr b="0" lang="es-CO" sz="1300" strike="noStrike" u="none">
              <a:solidFill>
                <a:schemeClr val="dk2"/>
              </a:solidFill>
              <a:effectLst/>
              <a:uFillTx/>
              <a:latin typeface="Lato"/>
              <a:ea typeface="Lato"/>
            </a:endParaRPr>
          </a:p>
        </p:txBody>
      </p:sp>
      <p:pic>
        <p:nvPicPr>
          <p:cNvPr id="85" name="Google Shape;120;p17" descr=""/>
          <p:cNvPicPr/>
          <p:nvPr/>
        </p:nvPicPr>
        <p:blipFill>
          <a:blip r:embed="rId1"/>
          <a:stretch/>
        </p:blipFill>
        <p:spPr>
          <a:xfrm>
            <a:off x="494280" y="1441440"/>
            <a:ext cx="3570840" cy="35319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p:nvPr>
        </p:nvSpPr>
        <p:spPr>
          <a:xfrm>
            <a:off x="324000" y="927720"/>
            <a:ext cx="4103640" cy="350280"/>
          </a:xfrm>
          <a:prstGeom prst="rect">
            <a:avLst/>
          </a:prstGeom>
          <a:noFill/>
          <a:ln w="0">
            <a:noFill/>
          </a:ln>
        </p:spPr>
        <p:txBody>
          <a:bodyPr lIns="0" rIns="0" tIns="0" bIns="0" anchor="t">
            <a:noAutofit/>
          </a:bodyPr>
          <a:p>
            <a:pPr indent="0">
              <a:lnSpc>
                <a:spcPct val="90000"/>
              </a:lnSpc>
              <a:spcAft>
                <a:spcPts val="1199"/>
              </a:spcAft>
              <a:buNone/>
              <a:tabLst>
                <a:tab algn="l" pos="0"/>
              </a:tabLst>
            </a:pPr>
            <a:r>
              <a:rPr b="1" lang="es" sz="1800" strike="noStrike" u="none">
                <a:solidFill>
                  <a:schemeClr val="dk2"/>
                </a:solidFill>
                <a:effectLst/>
                <a:uFillTx/>
                <a:latin typeface="Lato"/>
                <a:ea typeface="Lato"/>
              </a:rPr>
              <a:t>Los programas pueden producir diferentes salidas.</a:t>
            </a:r>
            <a:endParaRPr b="0" lang="es-CO" sz="1800" strike="noStrike" u="none">
              <a:solidFill>
                <a:srgbClr val="000000"/>
              </a:solidFill>
              <a:effectLst/>
              <a:uFillTx/>
              <a:latin typeface="Arial"/>
            </a:endParaRPr>
          </a:p>
        </p:txBody>
      </p:sp>
      <p:sp>
        <p:nvSpPr>
          <p:cNvPr id="87" name="PlaceHolder 2"/>
          <p:cNvSpPr>
            <a:spLocks noGrp="1"/>
          </p:cNvSpPr>
          <p:nvPr>
            <p:ph/>
          </p:nvPr>
        </p:nvSpPr>
        <p:spPr>
          <a:xfrm>
            <a:off x="324000" y="1441440"/>
            <a:ext cx="4103640" cy="3148560"/>
          </a:xfrm>
          <a:prstGeom prst="rect">
            <a:avLst/>
          </a:prstGeom>
          <a:noFill/>
          <a:ln w="0">
            <a:noFill/>
          </a:ln>
        </p:spPr>
        <p:txBody>
          <a:bodyPr lIns="0" rIns="0" tIns="0" bIns="0" anchor="t">
            <a:noAutofit/>
          </a:bodyPr>
          <a:p>
            <a:pPr marL="203040" indent="-203040">
              <a:lnSpc>
                <a:spcPct val="150000"/>
              </a:lnSpc>
              <a:buClr>
                <a:srgbClr val="1a1a1a"/>
              </a:buClr>
              <a:buFont typeface="Lato"/>
              <a:buChar char="●"/>
            </a:pPr>
            <a:r>
              <a:rPr b="1" lang="es" sz="1300" strike="noStrike" u="none">
                <a:solidFill>
                  <a:srgbClr val="ff0000"/>
                </a:solidFill>
                <a:effectLst/>
                <a:uFillTx/>
                <a:latin typeface="Lato"/>
                <a:ea typeface="Lato"/>
              </a:rPr>
              <a:t>Son nodeterminísticos: </a:t>
            </a:r>
            <a:r>
              <a:rPr b="0" lang="es" sz="1300" strike="noStrike" u="none">
                <a:solidFill>
                  <a:schemeClr val="dk2"/>
                </a:solidFill>
                <a:effectLst/>
                <a:uFillTx/>
                <a:latin typeface="Lato"/>
                <a:ea typeface="Lato"/>
              </a:rPr>
              <a:t>Cuando producen salidas diferentes dependiendo del estado del la máquina C para un mismo programa.</a:t>
            </a:r>
            <a:endParaRPr b="0" lang="es-CO" sz="1300" strike="noStrike" u="none">
              <a:solidFill>
                <a:srgbClr val="000000"/>
              </a:solidFill>
              <a:effectLst/>
              <a:uFillTx/>
              <a:latin typeface="Arial"/>
            </a:endParaRPr>
          </a:p>
          <a:p>
            <a:pPr marL="203040" indent="-203040">
              <a:lnSpc>
                <a:spcPct val="150000"/>
              </a:lnSpc>
              <a:spcBef>
                <a:spcPts val="799"/>
              </a:spcBef>
              <a:spcAft>
                <a:spcPts val="1199"/>
              </a:spcAft>
              <a:buClr>
                <a:srgbClr val="1a1a1a"/>
              </a:buClr>
              <a:buFont typeface="Lato"/>
              <a:buChar char="●"/>
            </a:pPr>
            <a:r>
              <a:rPr b="1" lang="es" sz="1300" strike="noStrike" u="none">
                <a:solidFill>
                  <a:srgbClr val="ff0000"/>
                </a:solidFill>
                <a:effectLst/>
                <a:uFillTx/>
                <a:latin typeface="Lato"/>
                <a:ea typeface="Lato"/>
              </a:rPr>
              <a:t>Son determinísticos: </a:t>
            </a:r>
            <a:r>
              <a:rPr b="0" lang="es" sz="1300" strike="noStrike" u="none">
                <a:solidFill>
                  <a:schemeClr val="dk2"/>
                </a:solidFill>
                <a:effectLst/>
                <a:uFillTx/>
                <a:latin typeface="Lato"/>
                <a:ea typeface="Lato"/>
              </a:rPr>
              <a:t>no depende del estado de C y el resultado es el esperado</a:t>
            </a:r>
            <a:endParaRPr b="0" lang="es-CO" sz="1300" strike="noStrike" u="none">
              <a:solidFill>
                <a:srgbClr val="000000"/>
              </a:solidFill>
              <a:effectLst/>
              <a:uFillTx/>
              <a:latin typeface="Arial"/>
            </a:endParaRPr>
          </a:p>
        </p:txBody>
      </p:sp>
      <p:sp>
        <p:nvSpPr>
          <p:cNvPr id="88" name="PlaceHolder 3"/>
          <p:cNvSpPr>
            <a:spLocks noGrp="1"/>
          </p:cNvSpPr>
          <p:nvPr>
            <p:ph type="sldNum" idx="17"/>
          </p:nvPr>
        </p:nvSpPr>
        <p:spPr>
          <a:xfrm>
            <a:off x="8779680" y="4767120"/>
            <a:ext cx="277560" cy="273600"/>
          </a:xfrm>
          <a:prstGeom prst="rect">
            <a:avLst/>
          </a:prstGeom>
          <a:solidFill>
            <a:srgbClr val="f2f2f2">
              <a:alpha val="50000"/>
            </a:srgbClr>
          </a:solidFill>
          <a:ln w="0">
            <a:noFill/>
          </a:ln>
        </p:spPr>
        <p:txBody>
          <a:bodyPr lIns="0" rIns="0" tIns="0" bIns="0" anchor="ctr">
            <a:normAutofit/>
          </a:bodyPr>
          <a:lstStyle>
            <a:lvl1pPr indent="0" algn="ctr">
              <a:lnSpc>
                <a:spcPct val="100000"/>
              </a:lnSpc>
              <a:buNone/>
              <a:tabLst>
                <a:tab algn="l" pos="0"/>
              </a:tabLst>
              <a:defRPr b="0" i="1" lang="es" sz="900" strike="noStrike" u="none">
                <a:solidFill>
                  <a:schemeClr val="accent1"/>
                </a:solidFill>
                <a:effectLst/>
                <a:uFillTx/>
                <a:latin typeface="Garamond"/>
                <a:ea typeface="Garamond"/>
              </a:defRPr>
            </a:lvl1pPr>
          </a:lstStyle>
          <a:p>
            <a:pPr indent="0" algn="ctr">
              <a:lnSpc>
                <a:spcPct val="100000"/>
              </a:lnSpc>
              <a:buNone/>
              <a:tabLst>
                <a:tab algn="l" pos="0"/>
              </a:tabLst>
            </a:pPr>
            <a:fld id="{57FCAF29-4E94-45E5-98B9-780A20F15181}" type="slidenum">
              <a:rPr b="0" i="1" lang="es" sz="900" strike="noStrike" u="none">
                <a:solidFill>
                  <a:schemeClr val="accent1"/>
                </a:solidFill>
                <a:effectLst/>
                <a:uFillTx/>
                <a:latin typeface="Garamond"/>
                <a:ea typeface="Garamond"/>
              </a:rPr>
              <a:t>&lt;número&gt;</a:t>
            </a:fld>
            <a:endParaRPr b="0" lang="es-CO" sz="900" strike="noStrike" u="none">
              <a:solidFill>
                <a:srgbClr val="000000"/>
              </a:solidFill>
              <a:effectLst/>
              <a:uFillTx/>
              <a:latin typeface="Times New Roman"/>
            </a:endParaRPr>
          </a:p>
        </p:txBody>
      </p:sp>
      <p:sp>
        <p:nvSpPr>
          <p:cNvPr id="89" name="PlaceHolder 4"/>
          <p:cNvSpPr>
            <a:spLocks noGrp="1"/>
          </p:cNvSpPr>
          <p:nvPr>
            <p:ph type="title"/>
          </p:nvPr>
        </p:nvSpPr>
        <p:spPr>
          <a:xfrm>
            <a:off x="387720" y="324000"/>
            <a:ext cx="8440920" cy="521280"/>
          </a:xfrm>
          <a:prstGeom prst="rect">
            <a:avLst/>
          </a:prstGeom>
          <a:solidFill>
            <a:srgbClr val="f2f2f2">
              <a:alpha val="50000"/>
            </a:srgbClr>
          </a:solidFill>
          <a:ln w="0">
            <a:noFill/>
          </a:ln>
        </p:spPr>
        <p:txBody>
          <a:bodyPr lIns="135000" rIns="0" tIns="0" bIns="0" anchor="ctr">
            <a:noAutofit/>
          </a:bodyPr>
          <a:p>
            <a:pPr indent="0">
              <a:lnSpc>
                <a:spcPct val="90000"/>
              </a:lnSpc>
              <a:buNone/>
              <a:tabLst>
                <a:tab algn="l" pos="0"/>
              </a:tabLst>
            </a:pPr>
            <a:r>
              <a:rPr b="1" lang="es" sz="2800" strike="noStrike" u="none">
                <a:solidFill>
                  <a:schemeClr val="dk2"/>
                </a:solidFill>
                <a:effectLst/>
                <a:uFillTx/>
                <a:latin typeface="Raleway"/>
                <a:ea typeface="Raleway"/>
              </a:rPr>
              <a:t>Definición de un programa (caso Python)</a:t>
            </a:r>
            <a:endParaRPr b="0" lang="es-CO" sz="2800" strike="noStrike" u="none">
              <a:solidFill>
                <a:srgbClr val="000000"/>
              </a:solidFill>
              <a:effectLst/>
              <a:uFillTx/>
              <a:latin typeface="Arial"/>
            </a:endParaRPr>
          </a:p>
        </p:txBody>
      </p:sp>
      <p:sp>
        <p:nvSpPr>
          <p:cNvPr id="90" name="PlaceHolder 5"/>
          <p:cNvSpPr>
            <a:spLocks noGrp="1"/>
          </p:cNvSpPr>
          <p:nvPr>
            <p:ph/>
          </p:nvPr>
        </p:nvSpPr>
        <p:spPr>
          <a:xfrm>
            <a:off x="4716000" y="1008360"/>
            <a:ext cx="4112640" cy="269640"/>
          </a:xfrm>
          <a:prstGeom prst="rect">
            <a:avLst/>
          </a:prstGeom>
          <a:noFill/>
          <a:ln w="0">
            <a:noFill/>
          </a:ln>
        </p:spPr>
        <p:txBody>
          <a:bodyPr lIns="0" rIns="0" tIns="0" bIns="0" anchor="t">
            <a:noAutofit/>
          </a:bodyPr>
          <a:p>
            <a:pPr indent="0">
              <a:lnSpc>
                <a:spcPct val="90000"/>
              </a:lnSpc>
              <a:spcAft>
                <a:spcPts val="1199"/>
              </a:spcAft>
              <a:buNone/>
              <a:tabLst>
                <a:tab algn="l" pos="0"/>
              </a:tabLst>
            </a:pPr>
            <a:r>
              <a:rPr b="1" lang="es" sz="1800" strike="noStrike" u="none">
                <a:solidFill>
                  <a:schemeClr val="dk2"/>
                </a:solidFill>
                <a:effectLst/>
                <a:uFillTx/>
                <a:latin typeface="Lato"/>
                <a:ea typeface="Lato"/>
              </a:rPr>
              <a:t>Definición</a:t>
            </a:r>
            <a:endParaRPr b="0" lang="es-CO" sz="1800" strike="noStrike" u="none">
              <a:solidFill>
                <a:srgbClr val="000000"/>
              </a:solidFill>
              <a:effectLst/>
              <a:uFillTx/>
              <a:latin typeface="Arial"/>
            </a:endParaRPr>
          </a:p>
        </p:txBody>
      </p:sp>
      <p:sp>
        <p:nvSpPr>
          <p:cNvPr id="91" name="PlaceHolder 6"/>
          <p:cNvSpPr>
            <a:spLocks noGrp="1"/>
          </p:cNvSpPr>
          <p:nvPr>
            <p:ph/>
          </p:nvPr>
        </p:nvSpPr>
        <p:spPr>
          <a:xfrm>
            <a:off x="4716000" y="1441440"/>
            <a:ext cx="4112640" cy="3148560"/>
          </a:xfrm>
          <a:prstGeom prst="rect">
            <a:avLst/>
          </a:prstGeom>
          <a:noFill/>
          <a:ln w="0">
            <a:noFill/>
          </a:ln>
        </p:spPr>
        <p:txBody>
          <a:bodyPr lIns="0" rIns="0" tIns="0" bIns="0" anchor="t">
            <a:noAutofit/>
          </a:bodyPr>
          <a:p>
            <a:pPr marL="203040" indent="-203040">
              <a:lnSpc>
                <a:spcPct val="150000"/>
              </a:lnSpc>
              <a:buClr>
                <a:srgbClr val="1a1a1a"/>
              </a:buClr>
              <a:buFont typeface="Lato"/>
              <a:buChar char="●"/>
            </a:pPr>
            <a:r>
              <a:rPr b="0" lang="es" sz="1300" strike="noStrike" u="none">
                <a:solidFill>
                  <a:schemeClr val="dk2"/>
                </a:solidFill>
                <a:effectLst/>
                <a:uFillTx/>
                <a:latin typeface="Lato"/>
                <a:ea typeface="Lato"/>
              </a:rPr>
              <a:t>Siendo C un computador de </a:t>
            </a:r>
            <a:r>
              <a:rPr b="0" lang="es" sz="1300" strike="noStrike" u="none">
                <a:solidFill>
                  <a:schemeClr val="dk2"/>
                </a:solidFill>
                <a:effectLst/>
                <a:uFillTx/>
                <a:latin typeface="Lato"/>
                <a:ea typeface="Lato"/>
              </a:rPr>
              <a:t>referencia, un programa </a:t>
            </a:r>
            <a:r>
              <a:rPr b="0" lang="es" sz="1300" strike="noStrike" u="none">
                <a:solidFill>
                  <a:schemeClr val="dk2"/>
                </a:solidFill>
                <a:effectLst/>
                <a:uFillTx/>
                <a:latin typeface="Lato"/>
                <a:ea typeface="Lato"/>
              </a:rPr>
              <a:t>Python es una cadena P de </a:t>
            </a:r>
            <a:r>
              <a:rPr b="0" lang="es" sz="1300" strike="noStrike" u="none">
                <a:solidFill>
                  <a:schemeClr val="dk2"/>
                </a:solidFill>
                <a:effectLst/>
                <a:uFillTx/>
                <a:latin typeface="Lato"/>
                <a:ea typeface="Lato"/>
              </a:rPr>
              <a:t>caracteres ASCII.</a:t>
            </a:r>
            <a:endParaRPr b="0" lang="es-CO" sz="13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300" strike="noStrike" u="none">
                <a:solidFill>
                  <a:schemeClr val="dk2"/>
                </a:solidFill>
                <a:effectLst/>
                <a:uFillTx/>
                <a:latin typeface="Lato"/>
                <a:ea typeface="Lato"/>
              </a:rPr>
              <a:t>P debe:</a:t>
            </a:r>
            <a:endParaRPr b="0" lang="es-CO" sz="1300" strike="noStrike" u="none">
              <a:solidFill>
                <a:srgbClr val="000000"/>
              </a:solidFill>
              <a:effectLst/>
              <a:uFillTx/>
              <a:latin typeface="Arial"/>
            </a:endParaRPr>
          </a:p>
          <a:p>
            <a:pPr lvl="1" marL="406440" indent="-203040">
              <a:lnSpc>
                <a:spcPct val="150000"/>
              </a:lnSpc>
              <a:spcBef>
                <a:spcPts val="400"/>
              </a:spcBef>
              <a:buClr>
                <a:srgbClr val="3f3f3f"/>
              </a:buClr>
              <a:buFont typeface="Lato"/>
              <a:buChar char="○"/>
            </a:pPr>
            <a:r>
              <a:rPr b="0" lang="es" sz="1100" strike="noStrike" u="none">
                <a:solidFill>
                  <a:schemeClr val="dk2"/>
                </a:solidFill>
                <a:effectLst/>
                <a:uFillTx/>
                <a:latin typeface="Lato"/>
                <a:ea typeface="Lato"/>
              </a:rPr>
              <a:t>Ser sintácticamente correcto </a:t>
            </a:r>
            <a:r>
              <a:rPr b="0" lang="es" sz="1100" strike="noStrike" u="none">
                <a:solidFill>
                  <a:schemeClr val="dk2"/>
                </a:solidFill>
                <a:effectLst/>
                <a:uFillTx/>
                <a:latin typeface="Lato"/>
                <a:ea typeface="Lato"/>
              </a:rPr>
              <a:t>bajo las reglas del lenguaje.</a:t>
            </a:r>
            <a:endParaRPr b="0" lang="es-CO" sz="1100" strike="noStrike" u="none">
              <a:solidFill>
                <a:srgbClr val="000000"/>
              </a:solidFill>
              <a:effectLst/>
              <a:uFillTx/>
              <a:latin typeface="Arial"/>
            </a:endParaRPr>
          </a:p>
          <a:p>
            <a:pPr lvl="1" marL="406440" indent="-203040">
              <a:lnSpc>
                <a:spcPct val="150000"/>
              </a:lnSpc>
              <a:spcBef>
                <a:spcPts val="400"/>
              </a:spcBef>
              <a:buClr>
                <a:srgbClr val="3f3f3f"/>
              </a:buClr>
              <a:buFont typeface="Lato"/>
              <a:buChar char="○"/>
            </a:pPr>
            <a:r>
              <a:rPr b="0" lang="es" sz="1100" strike="noStrike" u="none">
                <a:solidFill>
                  <a:schemeClr val="dk2"/>
                </a:solidFill>
                <a:effectLst/>
                <a:uFillTx/>
                <a:latin typeface="Lato"/>
                <a:ea typeface="Lato"/>
              </a:rPr>
              <a:t>Ser semánticamente coherente </a:t>
            </a:r>
            <a:r>
              <a:rPr b="0" lang="es" sz="1100" strike="noStrike" u="none">
                <a:solidFill>
                  <a:schemeClr val="dk2"/>
                </a:solidFill>
                <a:effectLst/>
                <a:uFillTx/>
                <a:latin typeface="Lato"/>
                <a:ea typeface="Lato"/>
              </a:rPr>
              <a:t>respecto a lo que expresa.</a:t>
            </a:r>
            <a:endParaRPr b="0" lang="es-CO" sz="1100" strike="noStrike" u="none">
              <a:solidFill>
                <a:srgbClr val="000000"/>
              </a:solidFill>
              <a:effectLst/>
              <a:uFillTx/>
              <a:latin typeface="Arial"/>
            </a:endParaRPr>
          </a:p>
          <a:p>
            <a:pPr lvl="1" marL="406440" indent="-203040">
              <a:lnSpc>
                <a:spcPct val="150000"/>
              </a:lnSpc>
              <a:spcBef>
                <a:spcPts val="400"/>
              </a:spcBef>
              <a:spcAft>
                <a:spcPts val="1199"/>
              </a:spcAft>
              <a:buClr>
                <a:srgbClr val="3f3f3f"/>
              </a:buClr>
              <a:buFont typeface="Lato"/>
              <a:buChar char="○"/>
            </a:pPr>
            <a:r>
              <a:rPr b="0" lang="es" sz="1100" strike="noStrike" u="none">
                <a:solidFill>
                  <a:schemeClr val="dk2"/>
                </a:solidFill>
                <a:effectLst/>
                <a:uFillTx/>
                <a:latin typeface="Lato"/>
                <a:ea typeface="Lato"/>
              </a:rPr>
              <a:t>Definir al menos una función. </a:t>
            </a:r>
            <a:r>
              <a:rPr b="0" lang="es" sz="1100" strike="noStrike" u="none">
                <a:solidFill>
                  <a:schemeClr val="dk2"/>
                </a:solidFill>
                <a:effectLst/>
                <a:uFillTx/>
                <a:latin typeface="Lato"/>
                <a:ea typeface="Lato"/>
              </a:rPr>
              <a:t>La primera definida será la </a:t>
            </a:r>
            <a:r>
              <a:rPr b="0" lang="es" sz="1100" strike="noStrike" u="none">
                <a:solidFill>
                  <a:schemeClr val="dk2"/>
                </a:solidFill>
                <a:effectLst/>
                <a:uFillTx/>
                <a:latin typeface="Lato"/>
                <a:ea typeface="Lato"/>
              </a:rPr>
              <a:t>principal.</a:t>
            </a:r>
            <a:endParaRPr b="0" lang="es-CO"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p:nvPr>
        </p:nvSpPr>
        <p:spPr>
          <a:xfrm>
            <a:off x="324000" y="1008360"/>
            <a:ext cx="4103640" cy="269640"/>
          </a:xfrm>
          <a:prstGeom prst="rect">
            <a:avLst/>
          </a:prstGeom>
          <a:noFill/>
          <a:ln w="0">
            <a:noFill/>
          </a:ln>
        </p:spPr>
        <p:txBody>
          <a:bodyPr lIns="0" rIns="0" tIns="0" bIns="0" anchor="t">
            <a:noAutofit/>
          </a:bodyPr>
          <a:p>
            <a:pPr indent="0">
              <a:lnSpc>
                <a:spcPct val="90000"/>
              </a:lnSpc>
              <a:spcAft>
                <a:spcPts val="1199"/>
              </a:spcAft>
              <a:buNone/>
              <a:tabLst>
                <a:tab algn="l" pos="0"/>
              </a:tabLst>
            </a:pPr>
            <a:r>
              <a:rPr b="1" lang="es" sz="1800" strike="noStrike" u="none">
                <a:solidFill>
                  <a:schemeClr val="dk2"/>
                </a:solidFill>
                <a:effectLst/>
                <a:uFillTx/>
                <a:latin typeface="Lato"/>
                <a:ea typeface="Lato"/>
              </a:rPr>
              <a:t>Supuestos</a:t>
            </a:r>
            <a:endParaRPr b="0" lang="es-CO" sz="1800" strike="noStrike" u="none">
              <a:solidFill>
                <a:srgbClr val="000000"/>
              </a:solidFill>
              <a:effectLst/>
              <a:uFillTx/>
              <a:latin typeface="Arial"/>
            </a:endParaRPr>
          </a:p>
        </p:txBody>
      </p:sp>
      <p:sp>
        <p:nvSpPr>
          <p:cNvPr id="93" name="PlaceHolder 2"/>
          <p:cNvSpPr>
            <a:spLocks noGrp="1"/>
          </p:cNvSpPr>
          <p:nvPr>
            <p:ph/>
          </p:nvPr>
        </p:nvSpPr>
        <p:spPr>
          <a:xfrm>
            <a:off x="324000" y="1441440"/>
            <a:ext cx="4103640" cy="3148560"/>
          </a:xfrm>
          <a:prstGeom prst="rect">
            <a:avLst/>
          </a:prstGeom>
          <a:noFill/>
          <a:ln w="0">
            <a:noFill/>
          </a:ln>
        </p:spPr>
        <p:txBody>
          <a:bodyPr lIns="0" rIns="0" tIns="0" bIns="0" anchor="t">
            <a:noAutofit/>
          </a:bodyPr>
          <a:p>
            <a:pPr marL="203040" indent="-203040">
              <a:lnSpc>
                <a:spcPct val="150000"/>
              </a:lnSpc>
              <a:buClr>
                <a:srgbClr val="1a1a1a"/>
              </a:buClr>
              <a:buFont typeface="Lato"/>
              <a:buChar char="●"/>
            </a:pPr>
            <a:r>
              <a:rPr b="0" lang="es" sz="1300" strike="noStrike" u="none">
                <a:solidFill>
                  <a:schemeClr val="dk2"/>
                </a:solidFill>
                <a:effectLst/>
                <a:uFillTx/>
                <a:latin typeface="Lato"/>
                <a:ea typeface="Lato"/>
              </a:rPr>
              <a:t>P tiene una función principal M.</a:t>
            </a:r>
            <a:endParaRPr b="0" lang="es-CO" sz="13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300" strike="noStrike" u="none">
                <a:solidFill>
                  <a:schemeClr val="dk2"/>
                </a:solidFill>
                <a:effectLst/>
                <a:uFillTx/>
                <a:latin typeface="Lato"/>
                <a:ea typeface="Lato"/>
              </a:rPr>
              <a:t>P recibe como parámetro una entrada I como cadena de caracteres ASCII.</a:t>
            </a:r>
            <a:endParaRPr b="0" lang="es-CO" sz="1300" strike="noStrike" u="none">
              <a:solidFill>
                <a:srgbClr val="000000"/>
              </a:solidFill>
              <a:effectLst/>
              <a:uFillTx/>
              <a:latin typeface="Arial"/>
            </a:endParaRPr>
          </a:p>
          <a:p>
            <a:pPr marL="203040" indent="-203040">
              <a:lnSpc>
                <a:spcPct val="150000"/>
              </a:lnSpc>
              <a:spcBef>
                <a:spcPts val="799"/>
              </a:spcBef>
              <a:spcAft>
                <a:spcPts val="1199"/>
              </a:spcAft>
              <a:buClr>
                <a:srgbClr val="1a1a1a"/>
              </a:buClr>
              <a:buFont typeface="Lato"/>
              <a:buChar char="●"/>
            </a:pPr>
            <a:r>
              <a:rPr b="0" lang="es" sz="1300" strike="noStrike" u="none">
                <a:solidFill>
                  <a:schemeClr val="dk2"/>
                </a:solidFill>
                <a:effectLst/>
                <a:uFillTx/>
                <a:latin typeface="Lato"/>
                <a:ea typeface="Lato"/>
              </a:rPr>
              <a:t>La salida de P con entrada I, se representa como P(I), la cual es el producto de usar un computador C para ejecutar M con entrada I.</a:t>
            </a:r>
            <a:endParaRPr b="0" lang="es-CO" sz="1300" strike="noStrike" u="none">
              <a:solidFill>
                <a:srgbClr val="000000"/>
              </a:solidFill>
              <a:effectLst/>
              <a:uFillTx/>
              <a:latin typeface="Arial"/>
            </a:endParaRPr>
          </a:p>
        </p:txBody>
      </p:sp>
      <p:sp>
        <p:nvSpPr>
          <p:cNvPr id="94" name="PlaceHolder 3"/>
          <p:cNvSpPr>
            <a:spLocks noGrp="1"/>
          </p:cNvSpPr>
          <p:nvPr>
            <p:ph type="sldNum" idx="18"/>
          </p:nvPr>
        </p:nvSpPr>
        <p:spPr>
          <a:xfrm>
            <a:off x="8779680" y="4767120"/>
            <a:ext cx="277560" cy="273600"/>
          </a:xfrm>
          <a:prstGeom prst="rect">
            <a:avLst/>
          </a:prstGeom>
          <a:solidFill>
            <a:srgbClr val="f2f2f2">
              <a:alpha val="50000"/>
            </a:srgbClr>
          </a:solidFill>
          <a:ln w="0">
            <a:noFill/>
          </a:ln>
        </p:spPr>
        <p:txBody>
          <a:bodyPr lIns="0" rIns="0" tIns="0" bIns="0" anchor="ctr">
            <a:normAutofit/>
          </a:bodyPr>
          <a:lstStyle>
            <a:lvl1pPr indent="0" algn="ctr">
              <a:lnSpc>
                <a:spcPct val="100000"/>
              </a:lnSpc>
              <a:buNone/>
              <a:tabLst>
                <a:tab algn="l" pos="0"/>
              </a:tabLst>
              <a:defRPr b="0" i="1" lang="es" sz="900" strike="noStrike" u="none">
                <a:solidFill>
                  <a:schemeClr val="accent1"/>
                </a:solidFill>
                <a:effectLst/>
                <a:uFillTx/>
                <a:latin typeface="Garamond"/>
                <a:ea typeface="Garamond"/>
              </a:defRPr>
            </a:lvl1pPr>
          </a:lstStyle>
          <a:p>
            <a:pPr indent="0" algn="ctr">
              <a:lnSpc>
                <a:spcPct val="100000"/>
              </a:lnSpc>
              <a:buNone/>
              <a:tabLst>
                <a:tab algn="l" pos="0"/>
              </a:tabLst>
            </a:pPr>
            <a:fld id="{3F6301B8-DF65-43A9-B5EA-5917DD60DC41}" type="slidenum">
              <a:rPr b="0" i="1" lang="es" sz="900" strike="noStrike" u="none">
                <a:solidFill>
                  <a:schemeClr val="accent1"/>
                </a:solidFill>
                <a:effectLst/>
                <a:uFillTx/>
                <a:latin typeface="Garamond"/>
                <a:ea typeface="Garamond"/>
              </a:rPr>
              <a:t>&lt;número&gt;</a:t>
            </a:fld>
            <a:endParaRPr b="0" lang="es-CO" sz="900" strike="noStrike" u="none">
              <a:solidFill>
                <a:srgbClr val="000000"/>
              </a:solidFill>
              <a:effectLst/>
              <a:uFillTx/>
              <a:latin typeface="Times New Roman"/>
            </a:endParaRPr>
          </a:p>
        </p:txBody>
      </p:sp>
      <p:sp>
        <p:nvSpPr>
          <p:cNvPr id="95" name="PlaceHolder 4"/>
          <p:cNvSpPr>
            <a:spLocks noGrp="1"/>
          </p:cNvSpPr>
          <p:nvPr>
            <p:ph type="title"/>
          </p:nvPr>
        </p:nvSpPr>
        <p:spPr>
          <a:xfrm>
            <a:off x="387720" y="324000"/>
            <a:ext cx="8440920" cy="521280"/>
          </a:xfrm>
          <a:prstGeom prst="rect">
            <a:avLst/>
          </a:prstGeom>
          <a:solidFill>
            <a:srgbClr val="f2f2f2">
              <a:alpha val="50000"/>
            </a:srgbClr>
          </a:solidFill>
          <a:ln w="0">
            <a:noFill/>
          </a:ln>
        </p:spPr>
        <p:txBody>
          <a:bodyPr lIns="135000" rIns="0" tIns="0" bIns="0" anchor="ctr">
            <a:noAutofit/>
          </a:bodyPr>
          <a:p>
            <a:pPr indent="0">
              <a:lnSpc>
                <a:spcPct val="90000"/>
              </a:lnSpc>
              <a:buNone/>
              <a:tabLst>
                <a:tab algn="l" pos="0"/>
              </a:tabLst>
            </a:pPr>
            <a:r>
              <a:rPr b="1" lang="es" sz="2800" strike="noStrike" u="none">
                <a:solidFill>
                  <a:schemeClr val="dk2"/>
                </a:solidFill>
                <a:effectLst/>
                <a:uFillTx/>
                <a:latin typeface="Raleway"/>
                <a:ea typeface="Raleway"/>
              </a:rPr>
              <a:t>Definiendo las salidas, sea P un programa Python respecto a un computador C.</a:t>
            </a:r>
            <a:endParaRPr b="0" lang="es-CO" sz="2800" strike="noStrike" u="none">
              <a:solidFill>
                <a:srgbClr val="000000"/>
              </a:solidFill>
              <a:effectLst/>
              <a:uFillTx/>
              <a:latin typeface="Arial"/>
            </a:endParaRPr>
          </a:p>
        </p:txBody>
      </p:sp>
      <p:sp>
        <p:nvSpPr>
          <p:cNvPr id="96" name="PlaceHolder 5"/>
          <p:cNvSpPr>
            <a:spLocks noGrp="1"/>
          </p:cNvSpPr>
          <p:nvPr>
            <p:ph/>
          </p:nvPr>
        </p:nvSpPr>
        <p:spPr>
          <a:xfrm>
            <a:off x="4716000" y="1008360"/>
            <a:ext cx="4112640" cy="269640"/>
          </a:xfrm>
          <a:prstGeom prst="rect">
            <a:avLst/>
          </a:prstGeom>
          <a:noFill/>
          <a:ln w="0">
            <a:noFill/>
          </a:ln>
        </p:spPr>
        <p:txBody>
          <a:bodyPr lIns="0" rIns="0" tIns="0" bIns="0" anchor="t">
            <a:noAutofit/>
          </a:bodyPr>
          <a:p>
            <a:pPr indent="0">
              <a:lnSpc>
                <a:spcPct val="90000"/>
              </a:lnSpc>
              <a:spcAft>
                <a:spcPts val="1199"/>
              </a:spcAft>
              <a:buNone/>
              <a:tabLst>
                <a:tab algn="l" pos="0"/>
              </a:tabLst>
            </a:pPr>
            <a:r>
              <a:rPr b="1" lang="es" sz="1800" strike="noStrike" u="none">
                <a:solidFill>
                  <a:schemeClr val="dk2"/>
                </a:solidFill>
                <a:effectLst/>
                <a:uFillTx/>
                <a:latin typeface="Lato"/>
                <a:ea typeface="Lato"/>
              </a:rPr>
              <a:t>Definición</a:t>
            </a:r>
            <a:endParaRPr b="0" lang="es-CO" sz="1800" strike="noStrike" u="none">
              <a:solidFill>
                <a:srgbClr val="000000"/>
              </a:solidFill>
              <a:effectLst/>
              <a:uFillTx/>
              <a:latin typeface="Arial"/>
            </a:endParaRPr>
          </a:p>
        </p:txBody>
      </p:sp>
      <p:sp>
        <p:nvSpPr>
          <p:cNvPr id="97" name="PlaceHolder 6"/>
          <p:cNvSpPr>
            <a:spLocks noGrp="1"/>
          </p:cNvSpPr>
          <p:nvPr>
            <p:ph/>
          </p:nvPr>
        </p:nvSpPr>
        <p:spPr>
          <a:xfrm>
            <a:off x="4716000" y="1441440"/>
            <a:ext cx="4112640" cy="3507120"/>
          </a:xfrm>
          <a:prstGeom prst="rect">
            <a:avLst/>
          </a:prstGeom>
          <a:noFill/>
          <a:ln w="0">
            <a:noFill/>
          </a:ln>
        </p:spPr>
        <p:txBody>
          <a:bodyPr lIns="0" rIns="0" tIns="0" bIns="0" anchor="t">
            <a:noAutofit/>
          </a:bodyPr>
          <a:p>
            <a:pPr marL="203040" indent="-203040">
              <a:lnSpc>
                <a:spcPct val="150000"/>
              </a:lnSpc>
              <a:buClr>
                <a:srgbClr val="1a1a1a"/>
              </a:buClr>
              <a:buFont typeface="Lato"/>
              <a:buChar char="●"/>
            </a:pPr>
            <a:r>
              <a:rPr b="0" lang="es" sz="1300" strike="noStrike" u="none">
                <a:solidFill>
                  <a:schemeClr val="dk2"/>
                </a:solidFill>
                <a:effectLst/>
                <a:uFillTx/>
                <a:latin typeface="Lato"/>
                <a:ea typeface="Lato"/>
              </a:rPr>
              <a:t>Si M retorna una cadena ASCII S, entonces P(I) = S</a:t>
            </a:r>
            <a:endParaRPr b="0" lang="es-CO" sz="13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300" strike="noStrike" u="none">
                <a:solidFill>
                  <a:schemeClr val="dk2"/>
                </a:solidFill>
                <a:effectLst/>
                <a:uFillTx/>
                <a:latin typeface="Lato"/>
                <a:ea typeface="Lato"/>
              </a:rPr>
              <a:t>Si M retorna un objeto Python que no es una cadena ASCII entonces P(I) es indefinido.</a:t>
            </a:r>
            <a:endParaRPr b="0" lang="es-CO" sz="13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300" strike="noStrike" u="none">
                <a:solidFill>
                  <a:schemeClr val="dk2"/>
                </a:solidFill>
                <a:effectLst/>
                <a:uFillTx/>
                <a:latin typeface="Lato"/>
                <a:ea typeface="Lato"/>
              </a:rPr>
              <a:t>Si M lanza una excepción sobre la entrada I, entonces P(I) es indefinido</a:t>
            </a:r>
            <a:endParaRPr b="0" lang="es-CO" sz="13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300" strike="noStrike" u="none">
                <a:solidFill>
                  <a:schemeClr val="dk2"/>
                </a:solidFill>
                <a:effectLst/>
                <a:uFillTx/>
                <a:latin typeface="Lato"/>
                <a:ea typeface="Lato"/>
              </a:rPr>
              <a:t>Si M no tiene una entrada determinada I, entonces P(I) es indefinido</a:t>
            </a:r>
            <a:endParaRPr b="0" lang="es-CO" sz="1300" strike="noStrike" u="none">
              <a:solidFill>
                <a:srgbClr val="000000"/>
              </a:solidFill>
              <a:effectLst/>
              <a:uFillTx/>
              <a:latin typeface="Arial"/>
            </a:endParaRPr>
          </a:p>
          <a:p>
            <a:pPr marL="203040" indent="-203040">
              <a:lnSpc>
                <a:spcPct val="150000"/>
              </a:lnSpc>
              <a:spcBef>
                <a:spcPts val="799"/>
              </a:spcBef>
              <a:spcAft>
                <a:spcPts val="1199"/>
              </a:spcAft>
              <a:buClr>
                <a:srgbClr val="1a1a1a"/>
              </a:buClr>
              <a:buFont typeface="Lato"/>
              <a:buChar char="●"/>
            </a:pPr>
            <a:r>
              <a:rPr b="0" lang="es" sz="1300" strike="noStrike" u="none">
                <a:solidFill>
                  <a:schemeClr val="dk2"/>
                </a:solidFill>
                <a:effectLst/>
                <a:uFillTx/>
                <a:latin typeface="Lato"/>
                <a:ea typeface="Lato"/>
              </a:rPr>
              <a:t>En “cristiano”, La salida de P(I) es la cadena de respuesta sobre su la función principal sobre la entrada I.</a:t>
            </a:r>
            <a:endParaRPr b="0" lang="es-CO"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p:nvPr>
        </p:nvSpPr>
        <p:spPr>
          <a:xfrm>
            <a:off x="324000" y="1008360"/>
            <a:ext cx="4103640" cy="269640"/>
          </a:xfrm>
          <a:prstGeom prst="rect">
            <a:avLst/>
          </a:prstGeom>
          <a:noFill/>
          <a:ln w="0">
            <a:noFill/>
          </a:ln>
        </p:spPr>
        <p:txBody>
          <a:bodyPr lIns="0" rIns="0" tIns="0" bIns="0" anchor="t">
            <a:noAutofit/>
          </a:bodyPr>
          <a:p>
            <a:pPr indent="0">
              <a:lnSpc>
                <a:spcPct val="90000"/>
              </a:lnSpc>
              <a:spcAft>
                <a:spcPts val="1199"/>
              </a:spcAft>
              <a:buNone/>
              <a:tabLst>
                <a:tab algn="l" pos="0"/>
              </a:tabLst>
            </a:pPr>
            <a:r>
              <a:rPr b="1" lang="es" sz="1800" strike="noStrike" u="none">
                <a:solidFill>
                  <a:schemeClr val="dk2"/>
                </a:solidFill>
                <a:effectLst/>
                <a:uFillTx/>
                <a:latin typeface="Lato"/>
                <a:ea typeface="Lato"/>
              </a:rPr>
              <a:t>Programas de decisión</a:t>
            </a:r>
            <a:endParaRPr b="0" lang="es-CO" sz="1800" strike="noStrike" u="none">
              <a:solidFill>
                <a:srgbClr val="000000"/>
              </a:solidFill>
              <a:effectLst/>
              <a:uFillTx/>
              <a:latin typeface="Arial"/>
            </a:endParaRPr>
          </a:p>
        </p:txBody>
      </p:sp>
      <p:sp>
        <p:nvSpPr>
          <p:cNvPr id="99" name="PlaceHolder 2"/>
          <p:cNvSpPr>
            <a:spLocks noGrp="1"/>
          </p:cNvSpPr>
          <p:nvPr>
            <p:ph/>
          </p:nvPr>
        </p:nvSpPr>
        <p:spPr>
          <a:xfrm>
            <a:off x="324000" y="1441440"/>
            <a:ext cx="4103640" cy="3148560"/>
          </a:xfrm>
          <a:prstGeom prst="rect">
            <a:avLst/>
          </a:prstGeom>
          <a:noFill/>
          <a:ln w="0">
            <a:noFill/>
          </a:ln>
        </p:spPr>
        <p:txBody>
          <a:bodyPr lIns="0" rIns="0" tIns="0" bIns="0" anchor="t">
            <a:noAutofit/>
          </a:bodyPr>
          <a:p>
            <a:pPr marL="203040" indent="-203040">
              <a:lnSpc>
                <a:spcPct val="150000"/>
              </a:lnSpc>
              <a:buClr>
                <a:srgbClr val="1a1a1a"/>
              </a:buClr>
              <a:buFont typeface="Lato"/>
              <a:buChar char="●"/>
            </a:pPr>
            <a:r>
              <a:rPr b="0" lang="es" sz="1300" strike="noStrike" u="none">
                <a:solidFill>
                  <a:schemeClr val="dk2"/>
                </a:solidFill>
                <a:effectLst/>
                <a:uFillTx/>
                <a:latin typeface="Lato"/>
                <a:ea typeface="Lato"/>
              </a:rPr>
              <a:t>Es SISO, Siempre tiene una salida definida, devuelve una de las dos cadenas “sí” o “no”.</a:t>
            </a:r>
            <a:endParaRPr b="0" lang="es-CO" sz="1300" strike="noStrike" u="none">
              <a:solidFill>
                <a:srgbClr val="000000"/>
              </a:solidFill>
              <a:effectLst/>
              <a:uFillTx/>
              <a:latin typeface="Arial"/>
            </a:endParaRPr>
          </a:p>
          <a:p>
            <a:pPr marL="203040" indent="-114480">
              <a:lnSpc>
                <a:spcPct val="150000"/>
              </a:lnSpc>
              <a:spcBef>
                <a:spcPts val="799"/>
              </a:spcBef>
              <a:buNone/>
              <a:tabLst>
                <a:tab algn="l" pos="0"/>
              </a:tabLst>
            </a:pPr>
            <a:endParaRPr b="0" lang="es-CO" sz="1300" strike="noStrike" u="none">
              <a:solidFill>
                <a:srgbClr val="000000"/>
              </a:solidFill>
              <a:effectLst/>
              <a:uFillTx/>
              <a:latin typeface="Arial"/>
            </a:endParaRPr>
          </a:p>
          <a:p>
            <a:pPr marL="203040" indent="-114480">
              <a:lnSpc>
                <a:spcPct val="150000"/>
              </a:lnSpc>
              <a:spcBef>
                <a:spcPts val="799"/>
              </a:spcBef>
              <a:buNone/>
              <a:tabLst>
                <a:tab algn="l" pos="0"/>
              </a:tabLst>
            </a:pPr>
            <a:endParaRPr b="0" lang="es-CO" sz="1300" strike="noStrike" u="none">
              <a:solidFill>
                <a:srgbClr val="000000"/>
              </a:solidFill>
              <a:effectLst/>
              <a:uFillTx/>
              <a:latin typeface="Arial"/>
            </a:endParaRPr>
          </a:p>
          <a:p>
            <a:pPr marL="203040" indent="-114480">
              <a:lnSpc>
                <a:spcPct val="150000"/>
              </a:lnSpc>
              <a:spcBef>
                <a:spcPts val="799"/>
              </a:spcBef>
              <a:buNone/>
              <a:tabLst>
                <a:tab algn="l" pos="0"/>
              </a:tabLst>
            </a:pPr>
            <a:endParaRPr b="0" lang="es-CO" sz="13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tabLst>
                <a:tab algn="l" pos="0"/>
              </a:tabLst>
            </a:pPr>
            <a:r>
              <a:rPr b="0" lang="es" sz="1300" strike="noStrike" u="none">
                <a:solidFill>
                  <a:schemeClr val="dk2"/>
                </a:solidFill>
                <a:effectLst/>
                <a:uFillTx/>
                <a:latin typeface="Lato"/>
                <a:ea typeface="Lato"/>
              </a:rPr>
              <a:t>Si P(I) = ‘Si’ entonces P acepta a I</a:t>
            </a:r>
            <a:endParaRPr b="0" lang="es-CO" sz="13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tabLst>
                <a:tab algn="l" pos="0"/>
              </a:tabLst>
            </a:pPr>
            <a:r>
              <a:rPr b="0" lang="es" sz="1300" strike="noStrike" u="none">
                <a:solidFill>
                  <a:schemeClr val="dk2"/>
                </a:solidFill>
                <a:effectLst/>
                <a:uFillTx/>
                <a:latin typeface="Lato"/>
                <a:ea typeface="Lato"/>
              </a:rPr>
              <a:t>Si P(I) = ‘No’ entonces P rechaza a I</a:t>
            </a:r>
            <a:endParaRPr b="0" lang="es-CO" sz="1300" strike="noStrike" u="none">
              <a:solidFill>
                <a:srgbClr val="000000"/>
              </a:solidFill>
              <a:effectLst/>
              <a:uFillTx/>
              <a:latin typeface="Arial"/>
            </a:endParaRPr>
          </a:p>
          <a:p>
            <a:pPr marL="203040" indent="-114480">
              <a:lnSpc>
                <a:spcPct val="90000"/>
              </a:lnSpc>
              <a:spcBef>
                <a:spcPts val="799"/>
              </a:spcBef>
              <a:spcAft>
                <a:spcPts val="1199"/>
              </a:spcAft>
              <a:buNone/>
              <a:tabLst>
                <a:tab algn="l" pos="0"/>
              </a:tabLst>
            </a:pPr>
            <a:endParaRPr b="0" lang="es-CO" sz="1300" strike="noStrike" u="none">
              <a:solidFill>
                <a:srgbClr val="000000"/>
              </a:solidFill>
              <a:effectLst/>
              <a:uFillTx/>
              <a:latin typeface="Arial"/>
            </a:endParaRPr>
          </a:p>
        </p:txBody>
      </p:sp>
      <p:sp>
        <p:nvSpPr>
          <p:cNvPr id="100" name="PlaceHolder 3"/>
          <p:cNvSpPr>
            <a:spLocks noGrp="1"/>
          </p:cNvSpPr>
          <p:nvPr>
            <p:ph type="sldNum" idx="19"/>
          </p:nvPr>
        </p:nvSpPr>
        <p:spPr>
          <a:xfrm>
            <a:off x="8779680" y="4767120"/>
            <a:ext cx="277560" cy="273600"/>
          </a:xfrm>
          <a:prstGeom prst="rect">
            <a:avLst/>
          </a:prstGeom>
          <a:solidFill>
            <a:srgbClr val="f2f2f2">
              <a:alpha val="50000"/>
            </a:srgbClr>
          </a:solidFill>
          <a:ln w="0">
            <a:noFill/>
          </a:ln>
        </p:spPr>
        <p:txBody>
          <a:bodyPr lIns="0" rIns="0" tIns="0" bIns="0" anchor="ctr">
            <a:normAutofit/>
          </a:bodyPr>
          <a:lstStyle>
            <a:lvl1pPr indent="0" algn="ctr">
              <a:lnSpc>
                <a:spcPct val="100000"/>
              </a:lnSpc>
              <a:buNone/>
              <a:tabLst>
                <a:tab algn="l" pos="0"/>
              </a:tabLst>
              <a:defRPr b="0" i="1" lang="es" sz="900" strike="noStrike" u="none">
                <a:solidFill>
                  <a:schemeClr val="accent1"/>
                </a:solidFill>
                <a:effectLst/>
                <a:uFillTx/>
                <a:latin typeface="Garamond"/>
                <a:ea typeface="Garamond"/>
              </a:defRPr>
            </a:lvl1pPr>
          </a:lstStyle>
          <a:p>
            <a:pPr indent="0" algn="ctr">
              <a:lnSpc>
                <a:spcPct val="100000"/>
              </a:lnSpc>
              <a:buNone/>
              <a:tabLst>
                <a:tab algn="l" pos="0"/>
              </a:tabLst>
            </a:pPr>
            <a:fld id="{1CD95A94-7B2A-40D0-998B-3AF0C8E18399}" type="slidenum">
              <a:rPr b="0" i="1" lang="es" sz="900" strike="noStrike" u="none">
                <a:solidFill>
                  <a:schemeClr val="accent1"/>
                </a:solidFill>
                <a:effectLst/>
                <a:uFillTx/>
                <a:latin typeface="Garamond"/>
                <a:ea typeface="Garamond"/>
              </a:rPr>
              <a:t>&lt;número&gt;</a:t>
            </a:fld>
            <a:endParaRPr b="0" lang="es-CO" sz="900" strike="noStrike" u="none">
              <a:solidFill>
                <a:srgbClr val="000000"/>
              </a:solidFill>
              <a:effectLst/>
              <a:uFillTx/>
              <a:latin typeface="Times New Roman"/>
            </a:endParaRPr>
          </a:p>
        </p:txBody>
      </p:sp>
      <p:sp>
        <p:nvSpPr>
          <p:cNvPr id="101" name="PlaceHolder 4"/>
          <p:cNvSpPr>
            <a:spLocks noGrp="1"/>
          </p:cNvSpPr>
          <p:nvPr>
            <p:ph type="title"/>
          </p:nvPr>
        </p:nvSpPr>
        <p:spPr>
          <a:xfrm>
            <a:off x="387720" y="324000"/>
            <a:ext cx="8440920" cy="521280"/>
          </a:xfrm>
          <a:prstGeom prst="rect">
            <a:avLst/>
          </a:prstGeom>
          <a:solidFill>
            <a:srgbClr val="f2f2f2">
              <a:alpha val="50000"/>
            </a:srgbClr>
          </a:solidFill>
          <a:ln w="0">
            <a:noFill/>
          </a:ln>
        </p:spPr>
        <p:txBody>
          <a:bodyPr lIns="135000" rIns="0" tIns="0" bIns="0" anchor="ctr">
            <a:noAutofit/>
          </a:bodyPr>
          <a:p>
            <a:pPr indent="0">
              <a:lnSpc>
                <a:spcPct val="90000"/>
              </a:lnSpc>
              <a:buNone/>
              <a:tabLst>
                <a:tab algn="l" pos="0"/>
              </a:tabLst>
            </a:pPr>
            <a:r>
              <a:rPr b="1" lang="es" sz="2800" strike="noStrike" u="none">
                <a:solidFill>
                  <a:schemeClr val="dk2"/>
                </a:solidFill>
                <a:effectLst/>
                <a:uFillTx/>
                <a:latin typeface="Raleway"/>
                <a:ea typeface="Raleway"/>
              </a:rPr>
              <a:t>Más definiciones</a:t>
            </a:r>
            <a:endParaRPr b="0" lang="es-CO" sz="2800" strike="noStrike" u="none">
              <a:solidFill>
                <a:srgbClr val="000000"/>
              </a:solidFill>
              <a:effectLst/>
              <a:uFillTx/>
              <a:latin typeface="Arial"/>
            </a:endParaRPr>
          </a:p>
        </p:txBody>
      </p:sp>
      <p:sp>
        <p:nvSpPr>
          <p:cNvPr id="102" name="PlaceHolder 5"/>
          <p:cNvSpPr>
            <a:spLocks noGrp="1"/>
          </p:cNvSpPr>
          <p:nvPr>
            <p:ph/>
          </p:nvPr>
        </p:nvSpPr>
        <p:spPr>
          <a:xfrm>
            <a:off x="4716000" y="1008360"/>
            <a:ext cx="4112640" cy="269640"/>
          </a:xfrm>
          <a:prstGeom prst="rect">
            <a:avLst/>
          </a:prstGeom>
          <a:noFill/>
          <a:ln w="0">
            <a:noFill/>
          </a:ln>
        </p:spPr>
        <p:txBody>
          <a:bodyPr lIns="0" rIns="0" tIns="0" bIns="0" anchor="t">
            <a:noAutofit/>
          </a:bodyPr>
          <a:p>
            <a:pPr indent="0">
              <a:lnSpc>
                <a:spcPct val="90000"/>
              </a:lnSpc>
              <a:spcAft>
                <a:spcPts val="1199"/>
              </a:spcAft>
              <a:buNone/>
              <a:tabLst>
                <a:tab algn="l" pos="0"/>
              </a:tabLst>
            </a:pPr>
            <a:r>
              <a:rPr b="1" lang="es" sz="1800" strike="noStrike" u="none">
                <a:solidFill>
                  <a:schemeClr val="dk2"/>
                </a:solidFill>
                <a:effectLst/>
                <a:uFillTx/>
                <a:latin typeface="Lato"/>
                <a:ea typeface="Lato"/>
              </a:rPr>
              <a:t>Equivalencia de Programas</a:t>
            </a:r>
            <a:endParaRPr b="0" lang="es-CO" sz="1800" strike="noStrike" u="none">
              <a:solidFill>
                <a:srgbClr val="000000"/>
              </a:solidFill>
              <a:effectLst/>
              <a:uFillTx/>
              <a:latin typeface="Arial"/>
            </a:endParaRPr>
          </a:p>
        </p:txBody>
      </p:sp>
      <p:sp>
        <p:nvSpPr>
          <p:cNvPr id="103" name="PlaceHolder 6"/>
          <p:cNvSpPr>
            <a:spLocks noGrp="1"/>
          </p:cNvSpPr>
          <p:nvPr>
            <p:ph/>
          </p:nvPr>
        </p:nvSpPr>
        <p:spPr>
          <a:xfrm>
            <a:off x="4716000" y="1441440"/>
            <a:ext cx="4112640" cy="3148560"/>
          </a:xfrm>
          <a:prstGeom prst="rect">
            <a:avLst/>
          </a:prstGeom>
          <a:noFill/>
          <a:ln w="0">
            <a:noFill/>
          </a:ln>
        </p:spPr>
        <p:txBody>
          <a:bodyPr lIns="0" rIns="0" tIns="0" bIns="0" anchor="t">
            <a:noAutofit/>
          </a:bodyPr>
          <a:p>
            <a:pPr marL="203040" indent="-203040">
              <a:lnSpc>
                <a:spcPct val="150000"/>
              </a:lnSpc>
              <a:buClr>
                <a:srgbClr val="1a1a1a"/>
              </a:buClr>
              <a:buFont typeface="Lato"/>
              <a:buChar char="●"/>
            </a:pPr>
            <a:r>
              <a:rPr b="0" lang="es" sz="1300" strike="noStrike" u="none">
                <a:solidFill>
                  <a:schemeClr val="dk2"/>
                </a:solidFill>
                <a:effectLst/>
                <a:uFillTx/>
                <a:latin typeface="Lato"/>
                <a:ea typeface="Lato"/>
              </a:rPr>
              <a:t>Dos programas son equivalentes  si para el mismo conjunto de entrada se produce la misma salida.</a:t>
            </a:r>
            <a:endParaRPr b="0" lang="es-CO" sz="13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300" strike="noStrike" u="none">
                <a:solidFill>
                  <a:schemeClr val="dk2"/>
                </a:solidFill>
                <a:effectLst/>
                <a:uFillTx/>
                <a:latin typeface="Lato"/>
                <a:ea typeface="Lato"/>
              </a:rPr>
              <a:t>P1 y P2 son equivalentes Si P1(I) = P2(I) para todas las cadenas I.</a:t>
            </a:r>
            <a:endParaRPr b="0" lang="es-CO" sz="13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300" strike="noStrike" u="none">
                <a:solidFill>
                  <a:schemeClr val="dk2"/>
                </a:solidFill>
                <a:effectLst/>
                <a:uFillTx/>
                <a:latin typeface="Lato"/>
                <a:ea typeface="Lato"/>
              </a:rPr>
              <a:t>Para programas multiparámetro se requiere</a:t>
            </a:r>
            <a:endParaRPr b="0" lang="es-CO" sz="1300" strike="noStrike" u="none">
              <a:solidFill>
                <a:srgbClr val="000000"/>
              </a:solidFill>
              <a:effectLst/>
              <a:uFillTx/>
              <a:latin typeface="Arial"/>
            </a:endParaRPr>
          </a:p>
          <a:p>
            <a:pPr lvl="1" marL="406440" indent="-203040">
              <a:lnSpc>
                <a:spcPct val="150000"/>
              </a:lnSpc>
              <a:spcBef>
                <a:spcPts val="400"/>
              </a:spcBef>
              <a:buClr>
                <a:srgbClr val="3f3f3f"/>
              </a:buClr>
              <a:buFont typeface="Lato"/>
              <a:buChar char="○"/>
            </a:pPr>
            <a:r>
              <a:rPr b="0" lang="es" sz="1100" strike="noStrike" u="none">
                <a:solidFill>
                  <a:schemeClr val="dk2"/>
                </a:solidFill>
                <a:effectLst/>
                <a:uFillTx/>
                <a:latin typeface="Lato"/>
                <a:ea typeface="Lato"/>
              </a:rPr>
              <a:t>P1(I1, I2, …) = P2(I1, I2, …)</a:t>
            </a:r>
            <a:endParaRPr b="0" lang="es-CO" sz="1100" strike="noStrike" u="none">
              <a:solidFill>
                <a:srgbClr val="000000"/>
              </a:solidFill>
              <a:effectLst/>
              <a:uFillTx/>
              <a:latin typeface="Arial"/>
            </a:endParaRPr>
          </a:p>
          <a:p>
            <a:pPr marL="203040" indent="-203040">
              <a:lnSpc>
                <a:spcPct val="150000"/>
              </a:lnSpc>
              <a:spcBef>
                <a:spcPts val="799"/>
              </a:spcBef>
              <a:buClr>
                <a:srgbClr val="1a1a1a"/>
              </a:buClr>
              <a:buFont typeface="Lato"/>
              <a:buChar char="●"/>
            </a:pPr>
            <a:r>
              <a:rPr b="0" lang="es" sz="1300" strike="noStrike" u="none">
                <a:solidFill>
                  <a:schemeClr val="dk2"/>
                </a:solidFill>
                <a:effectLst/>
                <a:uFillTx/>
                <a:latin typeface="Lato"/>
                <a:ea typeface="Lato"/>
              </a:rPr>
              <a:t>También aplica para salidas indefinidas:</a:t>
            </a:r>
            <a:endParaRPr b="0" lang="es-CO" sz="1300" strike="noStrike" u="none">
              <a:solidFill>
                <a:srgbClr val="000000"/>
              </a:solidFill>
              <a:effectLst/>
              <a:uFillTx/>
              <a:latin typeface="Arial"/>
            </a:endParaRPr>
          </a:p>
          <a:p>
            <a:pPr lvl="1" marL="406440" indent="-203040">
              <a:lnSpc>
                <a:spcPct val="150000"/>
              </a:lnSpc>
              <a:spcBef>
                <a:spcPts val="400"/>
              </a:spcBef>
              <a:spcAft>
                <a:spcPts val="1199"/>
              </a:spcAft>
              <a:buClr>
                <a:srgbClr val="3f3f3f"/>
              </a:buClr>
              <a:buFont typeface="Lato"/>
              <a:buChar char="○"/>
            </a:pPr>
            <a:r>
              <a:rPr b="0" lang="es" sz="1100" strike="noStrike" u="none">
                <a:solidFill>
                  <a:schemeClr val="dk2"/>
                </a:solidFill>
                <a:effectLst/>
                <a:uFillTx/>
                <a:latin typeface="Lato"/>
                <a:ea typeface="Lato"/>
              </a:rPr>
              <a:t>Si P1 y P2 son equivalentes, si P1(I) es indefinido si y solo si P2(I) es indefinido.</a:t>
            </a:r>
            <a:endParaRPr b="0" lang="es-CO" sz="1100" strike="noStrike" u="none">
              <a:solidFill>
                <a:srgbClr val="000000"/>
              </a:solidFill>
              <a:effectLst/>
              <a:uFillTx/>
              <a:latin typeface="Arial"/>
            </a:endParaRPr>
          </a:p>
        </p:txBody>
      </p:sp>
      <p:pic>
        <p:nvPicPr>
          <p:cNvPr id="104" name="Google Shape;151;p20" descr=""/>
          <p:cNvPicPr/>
          <p:nvPr/>
        </p:nvPicPr>
        <p:blipFill>
          <a:blip r:embed="rId1"/>
          <a:srcRect l="0" t="6594" r="0" b="72385"/>
          <a:stretch/>
        </p:blipFill>
        <p:spPr>
          <a:xfrm>
            <a:off x="238680" y="2127960"/>
            <a:ext cx="4476960" cy="1172880"/>
          </a:xfrm>
          <a:prstGeom prst="rect">
            <a:avLst/>
          </a:prstGeom>
          <a:noFill/>
          <a:ln w="0">
            <a:noFill/>
          </a:ln>
        </p:spPr>
      </p:pic>
      <p:pic>
        <p:nvPicPr>
          <p:cNvPr id="105" name="Google Shape;152;p20" descr=""/>
          <p:cNvPicPr/>
          <p:nvPr/>
        </p:nvPicPr>
        <p:blipFill>
          <a:blip r:embed="rId2"/>
          <a:srcRect l="15432" t="44465" r="0" b="32027"/>
          <a:stretch/>
        </p:blipFill>
        <p:spPr>
          <a:xfrm>
            <a:off x="467640" y="4134960"/>
            <a:ext cx="2473200" cy="85680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p:nvPr>
        </p:nvSpPr>
        <p:spPr>
          <a:xfrm>
            <a:off x="324000" y="1479240"/>
            <a:ext cx="2901960" cy="3455640"/>
          </a:xfrm>
          <a:prstGeom prst="rect">
            <a:avLst/>
          </a:prstGeom>
          <a:noFill/>
          <a:ln w="0">
            <a:noFill/>
          </a:ln>
        </p:spPr>
        <p:txBody>
          <a:bodyPr lIns="0" rIns="0" tIns="0" bIns="0" anchor="t">
            <a:noAutofit/>
          </a:bodyPr>
          <a:p>
            <a:pPr marL="203040" indent="-203040">
              <a:lnSpc>
                <a:spcPct val="150000"/>
              </a:lnSpc>
              <a:buClr>
                <a:srgbClr val="1a1a1a"/>
              </a:buClr>
              <a:buFont typeface="Lato"/>
              <a:buChar char="●"/>
            </a:pPr>
            <a:r>
              <a:rPr b="0" lang="es" sz="1300" strike="noStrike" u="none">
                <a:solidFill>
                  <a:schemeClr val="dk2"/>
                </a:solidFill>
                <a:effectLst/>
                <a:uFillTx/>
                <a:latin typeface="Lato"/>
                <a:ea typeface="Lato"/>
              </a:rPr>
              <a:t>(a) Escriba una función s</a:t>
            </a:r>
            <a:r>
              <a:rPr b="0" lang="es" sz="1400" strike="noStrike" u="none">
                <a:solidFill>
                  <a:schemeClr val="dk2"/>
                </a:solidFill>
                <a:effectLst/>
                <a:uFillTx/>
                <a:latin typeface="Lato"/>
                <a:ea typeface="Lato"/>
              </a:rPr>
              <a:t>umaSegundo(inString) </a:t>
            </a:r>
            <a:r>
              <a:rPr b="0" lang="es" sz="1300" strike="noStrike" u="none">
                <a:solidFill>
                  <a:schemeClr val="dk2"/>
                </a:solidFill>
                <a:effectLst/>
                <a:uFillTx/>
                <a:latin typeface="Lato"/>
                <a:ea typeface="Lato"/>
              </a:rPr>
              <a:t>que tome como entrada una lista de enteros separados por espacios en blanco. La salida es una cadena que representa la suma de cada segundo entero de la lista. Por ejemplo, si la entrada es </a:t>
            </a:r>
            <a:endParaRPr b="0" lang="es-CO" sz="1300" strike="noStrike" u="none">
              <a:solidFill>
                <a:srgbClr val="000000"/>
              </a:solidFill>
              <a:effectLst/>
              <a:uFillTx/>
              <a:latin typeface="Arial"/>
            </a:endParaRPr>
          </a:p>
          <a:p>
            <a:pPr marL="203040" indent="-203040">
              <a:lnSpc>
                <a:spcPct val="150000"/>
              </a:lnSpc>
              <a:spcBef>
                <a:spcPts val="799"/>
              </a:spcBef>
              <a:spcAft>
                <a:spcPts val="1199"/>
              </a:spcAft>
              <a:buClr>
                <a:srgbClr val="1a1a1a"/>
              </a:buClr>
              <a:buFont typeface="Lato"/>
              <a:buChar char="●"/>
            </a:pPr>
            <a:r>
              <a:rPr b="0" lang="es" sz="1300" strike="noStrike" u="none">
                <a:solidFill>
                  <a:schemeClr val="dk2"/>
                </a:solidFill>
                <a:effectLst/>
                <a:uFillTx/>
                <a:latin typeface="Lato"/>
                <a:ea typeface="Lato"/>
              </a:rPr>
              <a:t>"58 41 78 3 25 9", entonces la salida es "53", porque 41 + 3 + 9 = 53.</a:t>
            </a:r>
            <a:endParaRPr b="0" lang="es-CO" sz="1300" strike="noStrike" u="none">
              <a:solidFill>
                <a:srgbClr val="000000"/>
              </a:solidFill>
              <a:effectLst/>
              <a:uFillTx/>
              <a:latin typeface="Arial"/>
            </a:endParaRPr>
          </a:p>
        </p:txBody>
      </p:sp>
      <p:sp>
        <p:nvSpPr>
          <p:cNvPr id="107" name="PlaceHolder 2"/>
          <p:cNvSpPr>
            <a:spLocks noGrp="1"/>
          </p:cNvSpPr>
          <p:nvPr>
            <p:ph/>
          </p:nvPr>
        </p:nvSpPr>
        <p:spPr>
          <a:xfrm>
            <a:off x="3226320" y="1479240"/>
            <a:ext cx="2700360" cy="3110760"/>
          </a:xfrm>
          <a:prstGeom prst="rect">
            <a:avLst/>
          </a:prstGeom>
          <a:noFill/>
          <a:ln w="0">
            <a:noFill/>
          </a:ln>
        </p:spPr>
        <p:txBody>
          <a:bodyPr lIns="0" rIns="0" tIns="0" bIns="0" anchor="t">
            <a:noAutofit/>
          </a:bodyPr>
          <a:p>
            <a:pPr marL="203040" indent="-203040">
              <a:lnSpc>
                <a:spcPct val="150000"/>
              </a:lnSpc>
              <a:spcAft>
                <a:spcPts val="1199"/>
              </a:spcAft>
              <a:buClr>
                <a:srgbClr val="1a1a1a"/>
              </a:buClr>
              <a:buFont typeface="Lato"/>
              <a:buChar char="●"/>
            </a:pPr>
            <a:r>
              <a:rPr b="0" lang="es" sz="1300" strike="noStrike" u="none">
                <a:solidFill>
                  <a:schemeClr val="dk2"/>
                </a:solidFill>
                <a:effectLst/>
                <a:uFillTx/>
                <a:latin typeface="Lato"/>
                <a:ea typeface="Lato"/>
              </a:rPr>
              <a:t>(b) Escriba una función sumaTercero(inString), similar al en (a), pero sumando cada tercer elemento de la entrada en lugar de cada segundo elemento.</a:t>
            </a:r>
            <a:endParaRPr b="0" lang="es-CO" sz="1300" strike="noStrike" u="none">
              <a:solidFill>
                <a:srgbClr val="000000"/>
              </a:solidFill>
              <a:effectLst/>
              <a:uFillTx/>
              <a:latin typeface="Arial"/>
            </a:endParaRPr>
          </a:p>
        </p:txBody>
      </p:sp>
      <p:sp>
        <p:nvSpPr>
          <p:cNvPr id="108" name="PlaceHolder 3"/>
          <p:cNvSpPr>
            <a:spLocks noGrp="1"/>
          </p:cNvSpPr>
          <p:nvPr>
            <p:ph/>
          </p:nvPr>
        </p:nvSpPr>
        <p:spPr>
          <a:xfrm>
            <a:off x="6128640" y="1479240"/>
            <a:ext cx="2700360" cy="3110760"/>
          </a:xfrm>
          <a:prstGeom prst="rect">
            <a:avLst/>
          </a:prstGeom>
          <a:noFill/>
          <a:ln w="0">
            <a:noFill/>
          </a:ln>
        </p:spPr>
        <p:txBody>
          <a:bodyPr lIns="0" rIns="0" tIns="0" bIns="0" anchor="t">
            <a:noAutofit/>
          </a:bodyPr>
          <a:p>
            <a:pPr marL="203040" indent="-203040">
              <a:lnSpc>
                <a:spcPct val="150000"/>
              </a:lnSpc>
              <a:spcAft>
                <a:spcPts val="1199"/>
              </a:spcAft>
              <a:buClr>
                <a:srgbClr val="1a1a1a"/>
              </a:buClr>
              <a:buFont typeface="Lato"/>
              <a:buChar char="●"/>
            </a:pPr>
            <a:r>
              <a:rPr b="0" lang="es" sz="1300" strike="noStrike" u="none">
                <a:solidFill>
                  <a:schemeClr val="dk2"/>
                </a:solidFill>
                <a:effectLst/>
                <a:uFillTx/>
                <a:latin typeface="Lato"/>
                <a:ea typeface="Lato"/>
              </a:rPr>
              <a:t>(c) Escriba una función de decisión que acepte una lista de enteros, y retorne ‘Si’ si la suma de cada tercer elemento es mayor que la suma de cada segundo elemento, o ‘No’ en caso contrario. </a:t>
            </a:r>
            <a:endParaRPr b="0" lang="es-CO" sz="1300" strike="noStrike" u="none">
              <a:solidFill>
                <a:srgbClr val="000000"/>
              </a:solidFill>
              <a:effectLst/>
              <a:uFillTx/>
              <a:latin typeface="Arial"/>
            </a:endParaRPr>
          </a:p>
        </p:txBody>
      </p:sp>
      <p:sp>
        <p:nvSpPr>
          <p:cNvPr id="109" name="PlaceHolder 4"/>
          <p:cNvSpPr>
            <a:spLocks noGrp="1"/>
          </p:cNvSpPr>
          <p:nvPr>
            <p:ph type="sldNum" idx="20"/>
          </p:nvPr>
        </p:nvSpPr>
        <p:spPr>
          <a:xfrm>
            <a:off x="8779680" y="4767120"/>
            <a:ext cx="277560" cy="273600"/>
          </a:xfrm>
          <a:prstGeom prst="rect">
            <a:avLst/>
          </a:prstGeom>
          <a:solidFill>
            <a:srgbClr val="f2f2f2">
              <a:alpha val="50000"/>
            </a:srgbClr>
          </a:solidFill>
          <a:ln w="0">
            <a:noFill/>
          </a:ln>
        </p:spPr>
        <p:txBody>
          <a:bodyPr lIns="0" rIns="0" tIns="0" bIns="0" anchor="ctr">
            <a:normAutofit/>
          </a:bodyPr>
          <a:lstStyle>
            <a:lvl1pPr indent="0" algn="ctr">
              <a:lnSpc>
                <a:spcPct val="100000"/>
              </a:lnSpc>
              <a:buNone/>
              <a:tabLst>
                <a:tab algn="l" pos="0"/>
              </a:tabLst>
              <a:defRPr b="0" lang="es" sz="1000" strike="noStrike" u="none">
                <a:solidFill>
                  <a:schemeClr val="accent1"/>
                </a:solidFill>
                <a:effectLst/>
                <a:uFillTx/>
                <a:latin typeface="Lato"/>
                <a:ea typeface="Lato"/>
              </a:defRPr>
            </a:lvl1pPr>
          </a:lstStyle>
          <a:p>
            <a:pPr indent="0" algn="ctr">
              <a:lnSpc>
                <a:spcPct val="100000"/>
              </a:lnSpc>
              <a:buNone/>
              <a:tabLst>
                <a:tab algn="l" pos="0"/>
              </a:tabLst>
            </a:pPr>
            <a:fld id="{4675ED4D-0B7C-4C49-B01A-A3BEFC936DC8}" type="slidenum">
              <a:rPr b="0" lang="es" sz="1000" strike="noStrike" u="none">
                <a:solidFill>
                  <a:schemeClr val="accent1"/>
                </a:solidFill>
                <a:effectLst/>
                <a:uFillTx/>
                <a:latin typeface="Lato"/>
                <a:ea typeface="Lato"/>
              </a:rPr>
              <a:t>&lt;número&gt;</a:t>
            </a:fld>
            <a:endParaRPr b="0" lang="es-CO" sz="1000" strike="noStrike" u="none">
              <a:solidFill>
                <a:srgbClr val="000000"/>
              </a:solidFill>
              <a:effectLst/>
              <a:uFillTx/>
              <a:latin typeface="Times New Roman"/>
            </a:endParaRPr>
          </a:p>
        </p:txBody>
      </p:sp>
      <p:sp>
        <p:nvSpPr>
          <p:cNvPr id="110" name="PlaceHolder 5"/>
          <p:cNvSpPr>
            <a:spLocks noGrp="1"/>
          </p:cNvSpPr>
          <p:nvPr>
            <p:ph type="title"/>
          </p:nvPr>
        </p:nvSpPr>
        <p:spPr>
          <a:xfrm>
            <a:off x="387720" y="324000"/>
            <a:ext cx="8440920" cy="521280"/>
          </a:xfrm>
          <a:prstGeom prst="rect">
            <a:avLst/>
          </a:prstGeom>
          <a:solidFill>
            <a:srgbClr val="f2f2f2">
              <a:alpha val="50000"/>
            </a:srgbClr>
          </a:solidFill>
          <a:ln w="0">
            <a:noFill/>
          </a:ln>
        </p:spPr>
        <p:txBody>
          <a:bodyPr lIns="135000" rIns="0" tIns="0" bIns="0" anchor="ctr">
            <a:noAutofit/>
          </a:bodyPr>
          <a:p>
            <a:pPr indent="0">
              <a:lnSpc>
                <a:spcPct val="90000"/>
              </a:lnSpc>
              <a:buNone/>
              <a:tabLst>
                <a:tab algn="l" pos="0"/>
              </a:tabLst>
            </a:pPr>
            <a:r>
              <a:rPr b="1" lang="es" sz="2800" strike="noStrike" u="none">
                <a:solidFill>
                  <a:schemeClr val="dk2"/>
                </a:solidFill>
                <a:effectLst/>
                <a:uFillTx/>
                <a:latin typeface="Raleway"/>
                <a:ea typeface="Raleway"/>
              </a:rPr>
              <a:t>Ejercicios:</a:t>
            </a:r>
            <a:endParaRPr b="0" lang="es-CO" sz="2800" strike="noStrike" u="none">
              <a:solidFill>
                <a:srgbClr val="000000"/>
              </a:solidFill>
              <a:effectLst/>
              <a:uFillTx/>
              <a:latin typeface="Arial"/>
            </a:endParaRPr>
          </a:p>
        </p:txBody>
      </p:sp>
      <p:sp>
        <p:nvSpPr>
          <p:cNvPr id="111" name="PlaceHolder 6"/>
          <p:cNvSpPr>
            <a:spLocks noGrp="1"/>
          </p:cNvSpPr>
          <p:nvPr>
            <p:ph/>
          </p:nvPr>
        </p:nvSpPr>
        <p:spPr>
          <a:xfrm>
            <a:off x="324000" y="845640"/>
            <a:ext cx="8504280" cy="288000"/>
          </a:xfrm>
          <a:prstGeom prst="rect">
            <a:avLst/>
          </a:prstGeom>
          <a:noFill/>
          <a:ln w="0">
            <a:noFill/>
          </a:ln>
        </p:spPr>
        <p:txBody>
          <a:bodyPr lIns="0" rIns="0" tIns="0" bIns="0" anchor="t">
            <a:noAutofit/>
          </a:bodyPr>
          <a:p>
            <a:pPr indent="0">
              <a:lnSpc>
                <a:spcPct val="90000"/>
              </a:lnSpc>
              <a:spcAft>
                <a:spcPts val="1199"/>
              </a:spcAft>
              <a:buNone/>
              <a:tabLst>
                <a:tab algn="l" pos="0"/>
              </a:tabLst>
            </a:pPr>
            <a:r>
              <a:rPr b="0" lang="es" sz="1300" strike="noStrike" u="none">
                <a:solidFill>
                  <a:schemeClr val="dk2"/>
                </a:solidFill>
                <a:effectLst/>
                <a:uFillTx/>
                <a:latin typeface="Lato"/>
                <a:ea typeface="Lato"/>
              </a:rPr>
              <a:t>Implemente cada uno de los siguientes programas como un programa Python SISO. En cada caso, puede suponer que la entrada es válida (es decir, consiste en una lista de enteros formateada correctamente). Cree al menos dos casos de prueba para cada función, uno de rechazo y otro de aceptación de I.</a:t>
            </a:r>
            <a:endParaRPr b="0" lang="es-CO"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LibreOffice/25.2.7.2$Windows_X86_64 LibreOffice_project/5cbfd1ab6520636bb5f7b99185aa69bd7456825d</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es-CO</dc:language>
  <cp:lastModifiedBy/>
  <dcterms:modified xsi:type="dcterms:W3CDTF">2026-04-15T09:46:50Z</dcterms:modified>
  <cp:revision>2</cp:revision>
  <dc:subject/>
  <dc:title/>
</cp:coreProperties>
</file>